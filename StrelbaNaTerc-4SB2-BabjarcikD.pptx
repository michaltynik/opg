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3"/>
  </p:notesMasterIdLst>
  <p:sldIdLst>
    <p:sldId id="256" r:id="rId2"/>
    <p:sldId id="258" r:id="rId3"/>
    <p:sldId id="261" r:id="rId4"/>
    <p:sldId id="263" r:id="rId5"/>
    <p:sldId id="262" r:id="rId6"/>
    <p:sldId id="265" r:id="rId7"/>
    <p:sldId id="266" r:id="rId8"/>
    <p:sldId id="264" r:id="rId9"/>
    <p:sldId id="260" r:id="rId10"/>
    <p:sldId id="273" r:id="rId11"/>
    <p:sldId id="290" r:id="rId12"/>
  </p:sldIdLst>
  <p:sldSz cx="9144000" cy="5143500" type="screen16x9"/>
  <p:notesSz cx="6858000" cy="9144000"/>
  <p:embeddedFontLst>
    <p:embeddedFont>
      <p:font typeface="Monocraft" panose="02000609000000000000" pitchFamily="49" charset="0"/>
      <p:regular r:id="rId14"/>
    </p:embeddedFont>
    <p:embeddedFont>
      <p:font typeface="Nunito" panose="00000500000000000000" pitchFamily="2" charset="-18"/>
      <p:regular r:id="rId15"/>
      <p:bold r:id="rId16"/>
      <p:italic r:id="rId17"/>
      <p:boldItalic r:id="rId18"/>
    </p:embeddedFont>
    <p:embeddedFont>
      <p:font typeface="Nunito Light" pitchFamily="2" charset="-18"/>
      <p:regular r:id="rId19"/>
      <p:italic r:id="rId20"/>
    </p:embeddedFont>
    <p:embeddedFont>
      <p:font typeface="PT Sans" panose="020B0503020203020204" pitchFamily="34" charset="-18"/>
      <p:regular r:id="rId21"/>
      <p:bold r:id="rId22"/>
      <p:italic r:id="rId23"/>
      <p:boldItalic r:id="rId24"/>
    </p:embeddedFont>
    <p:embeddedFont>
      <p:font typeface="Rajdhani" panose="020B0604020202020204" charset="-18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64936C-EBD3-4D33-8094-FE564A5DC3A6}">
  <a:tblStyle styleId="{CF64936C-EBD3-4D33-8094-FE564A5DC3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B208DE-FFFB-40CB-83D5-4F99E6753F6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29" d="100"/>
          <a:sy n="129" d="100"/>
        </p:scale>
        <p:origin x="1026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432f8273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432f8273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432abf5a8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432abf5a8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432fa13eb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432fa13eb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4368239d1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4368239d1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4368239d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4368239d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4368239d16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4368239d16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4368239d16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4368239d16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432abf5a85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432abf5a85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432abf5a85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432abf5a85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368239d16_0_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368239d16_0_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244320b130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244320b130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42575" y="1218075"/>
            <a:ext cx="5170800" cy="22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>
                <a:latin typeface="Rajdhani"/>
                <a:ea typeface="Rajdhani"/>
                <a:cs typeface="Rajdhani"/>
                <a:sym typeface="Rajdhan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142575" y="3522475"/>
            <a:ext cx="5170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-5400000" flipH="1">
            <a:off x="-288841" y="3289073"/>
            <a:ext cx="675950" cy="937988"/>
            <a:chOff x="417825" y="3072538"/>
            <a:chExt cx="675950" cy="937988"/>
          </a:xfrm>
        </p:grpSpPr>
        <p:sp>
          <p:nvSpPr>
            <p:cNvPr id="12" name="Google Shape;12;p2"/>
            <p:cNvSpPr/>
            <p:nvPr/>
          </p:nvSpPr>
          <p:spPr>
            <a:xfrm>
              <a:off x="417825" y="3420100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02975" y="3072538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625281" y="3395997"/>
            <a:ext cx="207942" cy="264647"/>
            <a:chOff x="4220156" y="-637003"/>
            <a:chExt cx="207942" cy="264647"/>
          </a:xfrm>
        </p:grpSpPr>
        <p:sp>
          <p:nvSpPr>
            <p:cNvPr id="15" name="Google Shape;15;p2"/>
            <p:cNvSpPr/>
            <p:nvPr/>
          </p:nvSpPr>
          <p:spPr>
            <a:xfrm>
              <a:off x="4220156" y="-48150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376653" y="-63700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767100" y="1901100"/>
            <a:ext cx="3490500" cy="13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886400" y="1901100"/>
            <a:ext cx="1652100" cy="13413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0" name="Google Shape;20;p3"/>
          <p:cNvGrpSpPr/>
          <p:nvPr/>
        </p:nvGrpSpPr>
        <p:grpSpPr>
          <a:xfrm>
            <a:off x="-11" y="4604012"/>
            <a:ext cx="1866976" cy="750288"/>
            <a:chOff x="-11" y="4604012"/>
            <a:chExt cx="1866976" cy="750288"/>
          </a:xfrm>
        </p:grpSpPr>
        <p:sp>
          <p:nvSpPr>
            <p:cNvPr id="21" name="Google Shape;21;p3"/>
            <p:cNvSpPr/>
            <p:nvPr/>
          </p:nvSpPr>
          <p:spPr>
            <a:xfrm>
              <a:off x="-11" y="4604012"/>
              <a:ext cx="1866976" cy="750288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380673" y="4710903"/>
              <a:ext cx="299255" cy="29925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2091306" y="4776947"/>
            <a:ext cx="207942" cy="264647"/>
            <a:chOff x="3467806" y="-877553"/>
            <a:chExt cx="207942" cy="264647"/>
          </a:xfrm>
        </p:grpSpPr>
        <p:sp>
          <p:nvSpPr>
            <p:cNvPr id="24" name="Google Shape;24;p3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3"/>
          <p:cNvGrpSpPr/>
          <p:nvPr/>
        </p:nvGrpSpPr>
        <p:grpSpPr>
          <a:xfrm rot="10800000">
            <a:off x="8528455" y="446161"/>
            <a:ext cx="486751" cy="446633"/>
            <a:chOff x="608230" y="2788799"/>
            <a:chExt cx="486751" cy="446633"/>
          </a:xfrm>
        </p:grpSpPr>
        <p:sp>
          <p:nvSpPr>
            <p:cNvPr id="27" name="Google Shape;27;p3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 rot="900053">
            <a:off x="7803341" y="4749936"/>
            <a:ext cx="744947" cy="744947"/>
            <a:chOff x="49750" y="1914525"/>
            <a:chExt cx="910375" cy="910375"/>
          </a:xfrm>
        </p:grpSpPr>
        <p:sp>
          <p:nvSpPr>
            <p:cNvPr id="97" name="Google Shape;97;p7"/>
            <p:cNvSpPr/>
            <p:nvPr/>
          </p:nvSpPr>
          <p:spPr>
            <a:xfrm>
              <a:off x="206700" y="2071450"/>
              <a:ext cx="596125" cy="59612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>
              <a:off x="49750" y="1914525"/>
              <a:ext cx="910375" cy="910375"/>
            </a:xfrm>
            <a:custGeom>
              <a:avLst/>
              <a:gdLst/>
              <a:ahLst/>
              <a:cxnLst/>
              <a:rect l="l" t="t" r="r" b="b"/>
              <a:pathLst>
                <a:path w="36415" h="36415" fill="none" extrusionOk="0">
                  <a:moveTo>
                    <a:pt x="36415" y="18207"/>
                  </a:moveTo>
                  <a:cubicBezTo>
                    <a:pt x="36415" y="28263"/>
                    <a:pt x="28264" y="36414"/>
                    <a:pt x="18208" y="36414"/>
                  </a:cubicBezTo>
                  <a:cubicBezTo>
                    <a:pt x="8152" y="36414"/>
                    <a:pt x="1" y="28263"/>
                    <a:pt x="1" y="18207"/>
                  </a:cubicBezTo>
                  <a:cubicBezTo>
                    <a:pt x="1" y="8152"/>
                    <a:pt x="8152" y="0"/>
                    <a:pt x="18208" y="0"/>
                  </a:cubicBezTo>
                  <a:cubicBezTo>
                    <a:pt x="28264" y="0"/>
                    <a:pt x="36415" y="8152"/>
                    <a:pt x="36415" y="1820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7"/>
          <p:cNvGrpSpPr/>
          <p:nvPr/>
        </p:nvGrpSpPr>
        <p:grpSpPr>
          <a:xfrm>
            <a:off x="469320" y="-372050"/>
            <a:ext cx="2013483" cy="750288"/>
            <a:chOff x="469320" y="-372050"/>
            <a:chExt cx="2013483" cy="750288"/>
          </a:xfrm>
        </p:grpSpPr>
        <p:sp>
          <p:nvSpPr>
            <p:cNvPr id="100" name="Google Shape;100;p7"/>
            <p:cNvSpPr/>
            <p:nvPr/>
          </p:nvSpPr>
          <p:spPr>
            <a:xfrm>
              <a:off x="469320" y="-240818"/>
              <a:ext cx="487809" cy="487809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 rot="10800000">
              <a:off x="615827" y="-372050"/>
              <a:ext cx="1866976" cy="750288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7"/>
          <p:cNvGrpSpPr/>
          <p:nvPr/>
        </p:nvGrpSpPr>
        <p:grpSpPr>
          <a:xfrm rot="6299960">
            <a:off x="383546" y="3589245"/>
            <a:ext cx="207936" cy="264639"/>
            <a:chOff x="3467806" y="-877553"/>
            <a:chExt cx="207942" cy="264647"/>
          </a:xfrm>
        </p:grpSpPr>
        <p:sp>
          <p:nvSpPr>
            <p:cNvPr id="103" name="Google Shape;103;p7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 idx="2" hasCustomPrompt="1"/>
          </p:nvPr>
        </p:nvSpPr>
        <p:spPr>
          <a:xfrm>
            <a:off x="1005813" y="1424888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"/>
          </p:nvPr>
        </p:nvSpPr>
        <p:spPr>
          <a:xfrm>
            <a:off x="2105935" y="142490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title" idx="3" hasCustomPrompt="1"/>
          </p:nvPr>
        </p:nvSpPr>
        <p:spPr>
          <a:xfrm>
            <a:off x="1005813" y="2501713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4"/>
          </p:nvPr>
        </p:nvSpPr>
        <p:spPr>
          <a:xfrm>
            <a:off x="2105927" y="2501725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46" name="Google Shape;146;p13"/>
          <p:cNvSpPr txBox="1">
            <a:spLocks noGrp="1"/>
          </p:cNvSpPr>
          <p:nvPr>
            <p:ph type="title" idx="5" hasCustomPrompt="1"/>
          </p:nvPr>
        </p:nvSpPr>
        <p:spPr>
          <a:xfrm>
            <a:off x="1005813" y="3578538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3"/>
          <p:cNvSpPr txBox="1">
            <a:spLocks noGrp="1"/>
          </p:cNvSpPr>
          <p:nvPr>
            <p:ph type="subTitle" idx="6"/>
          </p:nvPr>
        </p:nvSpPr>
        <p:spPr>
          <a:xfrm>
            <a:off x="2105927" y="357855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title" idx="7" hasCustomPrompt="1"/>
          </p:nvPr>
        </p:nvSpPr>
        <p:spPr>
          <a:xfrm>
            <a:off x="4732588" y="1424888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3"/>
          <p:cNvSpPr txBox="1">
            <a:spLocks noGrp="1"/>
          </p:cNvSpPr>
          <p:nvPr>
            <p:ph type="subTitle" idx="8"/>
          </p:nvPr>
        </p:nvSpPr>
        <p:spPr>
          <a:xfrm>
            <a:off x="5832702" y="142490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 idx="9" hasCustomPrompt="1"/>
          </p:nvPr>
        </p:nvSpPr>
        <p:spPr>
          <a:xfrm>
            <a:off x="4732588" y="2501713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3"/>
          </p:nvPr>
        </p:nvSpPr>
        <p:spPr>
          <a:xfrm>
            <a:off x="5832702" y="2501725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title" idx="14" hasCustomPrompt="1"/>
          </p:nvPr>
        </p:nvSpPr>
        <p:spPr>
          <a:xfrm>
            <a:off x="4732588" y="3578538"/>
            <a:ext cx="8715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15"/>
          </p:nvPr>
        </p:nvSpPr>
        <p:spPr>
          <a:xfrm>
            <a:off x="5832702" y="357855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grpSp>
        <p:nvGrpSpPr>
          <p:cNvPr id="154" name="Google Shape;154;p13"/>
          <p:cNvGrpSpPr/>
          <p:nvPr/>
        </p:nvGrpSpPr>
        <p:grpSpPr>
          <a:xfrm rot="-5400000">
            <a:off x="7229217" y="4230352"/>
            <a:ext cx="655855" cy="1363769"/>
            <a:chOff x="-164106" y="3835091"/>
            <a:chExt cx="655855" cy="1363769"/>
          </a:xfrm>
        </p:grpSpPr>
        <p:sp>
          <p:nvSpPr>
            <p:cNvPr id="155" name="Google Shape;155;p13"/>
            <p:cNvSpPr/>
            <p:nvPr/>
          </p:nvSpPr>
          <p:spPr>
            <a:xfrm rot="5400000">
              <a:off x="-365942" y="4341168"/>
              <a:ext cx="1223637" cy="491747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 rot="-5400000">
              <a:off x="-164106" y="3835091"/>
              <a:ext cx="487809" cy="487809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" name="Google Shape;157;p13"/>
          <p:cNvSpPr/>
          <p:nvPr/>
        </p:nvSpPr>
        <p:spPr>
          <a:xfrm rot="1031177">
            <a:off x="-618861" y="-822186"/>
            <a:ext cx="3401099" cy="1774797"/>
          </a:xfrm>
          <a:custGeom>
            <a:avLst/>
            <a:gdLst/>
            <a:ahLst/>
            <a:cxnLst/>
            <a:rect l="l" t="t" r="r" b="b"/>
            <a:pathLst>
              <a:path w="65331" h="32526" extrusionOk="0">
                <a:moveTo>
                  <a:pt x="65208" y="0"/>
                </a:moveTo>
                <a:cubicBezTo>
                  <a:pt x="62847" y="76"/>
                  <a:pt x="60546" y="838"/>
                  <a:pt x="58398" y="1752"/>
                </a:cubicBezTo>
                <a:cubicBezTo>
                  <a:pt x="55884" y="2834"/>
                  <a:pt x="53507" y="4205"/>
                  <a:pt x="51252" y="5759"/>
                </a:cubicBezTo>
                <a:cubicBezTo>
                  <a:pt x="49256" y="7130"/>
                  <a:pt x="47337" y="8654"/>
                  <a:pt x="45600" y="10376"/>
                </a:cubicBezTo>
                <a:cubicBezTo>
                  <a:pt x="43406" y="12539"/>
                  <a:pt x="41364" y="14870"/>
                  <a:pt x="39216" y="17095"/>
                </a:cubicBezTo>
                <a:cubicBezTo>
                  <a:pt x="37128" y="19243"/>
                  <a:pt x="34935" y="21269"/>
                  <a:pt x="32451" y="22961"/>
                </a:cubicBezTo>
                <a:cubicBezTo>
                  <a:pt x="31430" y="23661"/>
                  <a:pt x="30394" y="24408"/>
                  <a:pt x="29358" y="25109"/>
                </a:cubicBezTo>
                <a:cubicBezTo>
                  <a:pt x="25961" y="27364"/>
                  <a:pt x="22350" y="29268"/>
                  <a:pt x="18480" y="30563"/>
                </a:cubicBezTo>
                <a:cubicBezTo>
                  <a:pt x="14914" y="31759"/>
                  <a:pt x="11176" y="32391"/>
                  <a:pt x="7428" y="32391"/>
                </a:cubicBezTo>
                <a:cubicBezTo>
                  <a:pt x="5730" y="32391"/>
                  <a:pt x="4031" y="32261"/>
                  <a:pt x="2345" y="31995"/>
                </a:cubicBezTo>
                <a:cubicBezTo>
                  <a:pt x="1598" y="31874"/>
                  <a:pt x="882" y="31721"/>
                  <a:pt x="136" y="31569"/>
                </a:cubicBezTo>
                <a:cubicBezTo>
                  <a:pt x="120" y="31560"/>
                  <a:pt x="107" y="31556"/>
                  <a:pt x="94" y="31556"/>
                </a:cubicBezTo>
                <a:cubicBezTo>
                  <a:pt x="19" y="31556"/>
                  <a:pt x="1" y="31693"/>
                  <a:pt x="105" y="31706"/>
                </a:cubicBezTo>
                <a:cubicBezTo>
                  <a:pt x="2546" y="32255"/>
                  <a:pt x="5028" y="32525"/>
                  <a:pt x="7506" y="32525"/>
                </a:cubicBezTo>
                <a:cubicBezTo>
                  <a:pt x="10534" y="32525"/>
                  <a:pt x="13558" y="32121"/>
                  <a:pt x="16499" y="31325"/>
                </a:cubicBezTo>
                <a:cubicBezTo>
                  <a:pt x="20628" y="30198"/>
                  <a:pt x="24559" y="28354"/>
                  <a:pt x="28170" y="26069"/>
                </a:cubicBezTo>
                <a:cubicBezTo>
                  <a:pt x="29404" y="25292"/>
                  <a:pt x="30592" y="24469"/>
                  <a:pt x="31796" y="23631"/>
                </a:cubicBezTo>
                <a:cubicBezTo>
                  <a:pt x="32436" y="23174"/>
                  <a:pt x="33091" y="22732"/>
                  <a:pt x="33731" y="22260"/>
                </a:cubicBezTo>
                <a:cubicBezTo>
                  <a:pt x="34950" y="21346"/>
                  <a:pt x="36092" y="20355"/>
                  <a:pt x="37205" y="19319"/>
                </a:cubicBezTo>
                <a:cubicBezTo>
                  <a:pt x="41395" y="15388"/>
                  <a:pt x="44899" y="10741"/>
                  <a:pt x="49485" y="7252"/>
                </a:cubicBezTo>
                <a:cubicBezTo>
                  <a:pt x="51648" y="5607"/>
                  <a:pt x="53964" y="4129"/>
                  <a:pt x="56371" y="2895"/>
                </a:cubicBezTo>
                <a:cubicBezTo>
                  <a:pt x="58642" y="1722"/>
                  <a:pt x="61064" y="716"/>
                  <a:pt x="63593" y="320"/>
                </a:cubicBezTo>
                <a:cubicBezTo>
                  <a:pt x="64127" y="229"/>
                  <a:pt x="64675" y="183"/>
                  <a:pt x="65208" y="168"/>
                </a:cubicBezTo>
                <a:cubicBezTo>
                  <a:pt x="65330" y="168"/>
                  <a:pt x="65330" y="0"/>
                  <a:pt x="65208" y="0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" name="Google Shape;158;p13"/>
          <p:cNvGrpSpPr/>
          <p:nvPr/>
        </p:nvGrpSpPr>
        <p:grpSpPr>
          <a:xfrm>
            <a:off x="5546881" y="165597"/>
            <a:ext cx="207942" cy="264647"/>
            <a:chOff x="3467806" y="-877553"/>
            <a:chExt cx="207942" cy="264647"/>
          </a:xfrm>
        </p:grpSpPr>
        <p:sp>
          <p:nvSpPr>
            <p:cNvPr id="159" name="Google Shape;159;p13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" name="Google Shape;161;p13"/>
          <p:cNvGrpSpPr/>
          <p:nvPr/>
        </p:nvGrpSpPr>
        <p:grpSpPr>
          <a:xfrm rot="2063642">
            <a:off x="2653637" y="4656845"/>
            <a:ext cx="486767" cy="446648"/>
            <a:chOff x="608230" y="2788799"/>
            <a:chExt cx="486751" cy="446633"/>
          </a:xfrm>
        </p:grpSpPr>
        <p:sp>
          <p:nvSpPr>
            <p:cNvPr id="162" name="Google Shape;162;p13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13"/>
          <p:cNvGrpSpPr/>
          <p:nvPr/>
        </p:nvGrpSpPr>
        <p:grpSpPr>
          <a:xfrm rot="5400000">
            <a:off x="380155" y="4533746"/>
            <a:ext cx="862937" cy="1106197"/>
            <a:chOff x="380155" y="151246"/>
            <a:chExt cx="862937" cy="1106197"/>
          </a:xfrm>
        </p:grpSpPr>
        <p:grpSp>
          <p:nvGrpSpPr>
            <p:cNvPr id="165" name="Google Shape;165;p13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166" name="Google Shape;166;p13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4" name="Google Shape;194;p13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13"/>
          <p:cNvGrpSpPr/>
          <p:nvPr/>
        </p:nvGrpSpPr>
        <p:grpSpPr>
          <a:xfrm>
            <a:off x="-133481" y="1312951"/>
            <a:ext cx="1086125" cy="3830531"/>
            <a:chOff x="-133481" y="1312951"/>
            <a:chExt cx="1086125" cy="3830531"/>
          </a:xfrm>
        </p:grpSpPr>
        <p:sp>
          <p:nvSpPr>
            <p:cNvPr id="223" name="Google Shape;223;p13"/>
            <p:cNvSpPr/>
            <p:nvPr/>
          </p:nvSpPr>
          <p:spPr>
            <a:xfrm rot="5400000">
              <a:off x="-864649" y="3326189"/>
              <a:ext cx="2634932" cy="999655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 rot="5400000">
              <a:off x="-1637045" y="2816515"/>
              <a:ext cx="3830497" cy="823368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26"/>
          <p:cNvSpPr txBox="1">
            <a:spLocks noGrp="1"/>
          </p:cNvSpPr>
          <p:nvPr>
            <p:ph type="subTitle" idx="1"/>
          </p:nvPr>
        </p:nvSpPr>
        <p:spPr>
          <a:xfrm>
            <a:off x="5012625" y="2367525"/>
            <a:ext cx="2460900" cy="16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26"/>
          <p:cNvSpPr txBox="1">
            <a:spLocks noGrp="1"/>
          </p:cNvSpPr>
          <p:nvPr>
            <p:ph type="subTitle" idx="2"/>
          </p:nvPr>
        </p:nvSpPr>
        <p:spPr>
          <a:xfrm>
            <a:off x="1670450" y="2367525"/>
            <a:ext cx="2460900" cy="16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26"/>
          <p:cNvSpPr txBox="1">
            <a:spLocks noGrp="1"/>
          </p:cNvSpPr>
          <p:nvPr>
            <p:ph type="subTitle" idx="3"/>
          </p:nvPr>
        </p:nvSpPr>
        <p:spPr>
          <a:xfrm>
            <a:off x="1670450" y="1943875"/>
            <a:ext cx="24609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34" name="Google Shape;534;p26"/>
          <p:cNvSpPr txBox="1">
            <a:spLocks noGrp="1"/>
          </p:cNvSpPr>
          <p:nvPr>
            <p:ph type="subTitle" idx="4"/>
          </p:nvPr>
        </p:nvSpPr>
        <p:spPr>
          <a:xfrm>
            <a:off x="5012649" y="1943875"/>
            <a:ext cx="2460900" cy="3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35" name="Google Shape;535;p26"/>
          <p:cNvSpPr/>
          <p:nvPr/>
        </p:nvSpPr>
        <p:spPr>
          <a:xfrm>
            <a:off x="8262575" y="3984825"/>
            <a:ext cx="896850" cy="1158711"/>
          </a:xfrm>
          <a:custGeom>
            <a:avLst/>
            <a:gdLst/>
            <a:ahLst/>
            <a:cxnLst/>
            <a:rect l="l" t="t" r="r" b="b"/>
            <a:pathLst>
              <a:path w="35257" h="25247" extrusionOk="0">
                <a:moveTo>
                  <a:pt x="35256" y="1"/>
                </a:moveTo>
                <a:cubicBezTo>
                  <a:pt x="33931" y="2042"/>
                  <a:pt x="32880" y="4297"/>
                  <a:pt x="31066" y="5897"/>
                </a:cubicBezTo>
                <a:cubicBezTo>
                  <a:pt x="28598" y="8091"/>
                  <a:pt x="25124" y="8700"/>
                  <a:pt x="21834" y="9005"/>
                </a:cubicBezTo>
                <a:cubicBezTo>
                  <a:pt x="18543" y="9310"/>
                  <a:pt x="15130" y="9432"/>
                  <a:pt x="12174" y="10894"/>
                </a:cubicBezTo>
                <a:cubicBezTo>
                  <a:pt x="7146" y="13378"/>
                  <a:pt x="4754" y="19061"/>
                  <a:pt x="1372" y="23555"/>
                </a:cubicBezTo>
                <a:cubicBezTo>
                  <a:pt x="945" y="24150"/>
                  <a:pt x="488" y="24698"/>
                  <a:pt x="0" y="25247"/>
                </a:cubicBezTo>
                <a:lnTo>
                  <a:pt x="35256" y="25247"/>
                </a:lnTo>
                <a:lnTo>
                  <a:pt x="3525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6"/>
          <p:cNvSpPr/>
          <p:nvPr/>
        </p:nvSpPr>
        <p:spPr>
          <a:xfrm rot="10800000" flipH="1">
            <a:off x="5397028" y="-315663"/>
            <a:ext cx="1866976" cy="750288"/>
          </a:xfrm>
          <a:custGeom>
            <a:avLst/>
            <a:gdLst/>
            <a:ahLst/>
            <a:cxnLst/>
            <a:rect l="l" t="t" r="r" b="b"/>
            <a:pathLst>
              <a:path w="57441" h="23084" extrusionOk="0">
                <a:moveTo>
                  <a:pt x="28720" y="1"/>
                </a:moveTo>
                <a:cubicBezTo>
                  <a:pt x="14673" y="1"/>
                  <a:pt x="2895" y="9904"/>
                  <a:pt x="1" y="23083"/>
                </a:cubicBezTo>
                <a:lnTo>
                  <a:pt x="199" y="23083"/>
                </a:lnTo>
                <a:cubicBezTo>
                  <a:pt x="3094" y="9996"/>
                  <a:pt x="14779" y="199"/>
                  <a:pt x="28720" y="199"/>
                </a:cubicBezTo>
                <a:cubicBezTo>
                  <a:pt x="42661" y="199"/>
                  <a:pt x="54362" y="9996"/>
                  <a:pt x="57257" y="23083"/>
                </a:cubicBezTo>
                <a:lnTo>
                  <a:pt x="57440" y="23083"/>
                </a:lnTo>
                <a:cubicBezTo>
                  <a:pt x="54545" y="9889"/>
                  <a:pt x="42753" y="1"/>
                  <a:pt x="28720" y="1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523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6"/>
          <p:cNvSpPr/>
          <p:nvPr/>
        </p:nvSpPr>
        <p:spPr>
          <a:xfrm flipH="1">
            <a:off x="5397027" y="-42793"/>
            <a:ext cx="487809" cy="487809"/>
          </a:xfrm>
          <a:custGeom>
            <a:avLst/>
            <a:gdLst/>
            <a:ahLst/>
            <a:cxnLst/>
            <a:rect l="l" t="t" r="r" b="b"/>
            <a:pathLst>
              <a:path w="23845" h="23845" extrusionOk="0">
                <a:moveTo>
                  <a:pt x="11930" y="1"/>
                </a:moveTo>
                <a:cubicBezTo>
                  <a:pt x="5348" y="1"/>
                  <a:pt x="0" y="5348"/>
                  <a:pt x="0" y="11930"/>
                </a:cubicBezTo>
                <a:cubicBezTo>
                  <a:pt x="0" y="18512"/>
                  <a:pt x="5348" y="23845"/>
                  <a:pt x="11930" y="23845"/>
                </a:cubicBezTo>
                <a:cubicBezTo>
                  <a:pt x="18512" y="23845"/>
                  <a:pt x="23844" y="18512"/>
                  <a:pt x="23844" y="11930"/>
                </a:cubicBezTo>
                <a:cubicBezTo>
                  <a:pt x="23844" y="5348"/>
                  <a:pt x="18512" y="1"/>
                  <a:pt x="11930" y="1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26"/>
          <p:cNvGrpSpPr/>
          <p:nvPr/>
        </p:nvGrpSpPr>
        <p:grpSpPr>
          <a:xfrm rot="6299960">
            <a:off x="7577046" y="272520"/>
            <a:ext cx="207936" cy="264639"/>
            <a:chOff x="3467806" y="-877553"/>
            <a:chExt cx="207942" cy="264647"/>
          </a:xfrm>
        </p:grpSpPr>
        <p:sp>
          <p:nvSpPr>
            <p:cNvPr id="539" name="Google Shape;539;p26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26"/>
          <p:cNvGrpSpPr/>
          <p:nvPr/>
        </p:nvGrpSpPr>
        <p:grpSpPr>
          <a:xfrm>
            <a:off x="5280530" y="4560874"/>
            <a:ext cx="486751" cy="446633"/>
            <a:chOff x="608230" y="2788799"/>
            <a:chExt cx="486751" cy="446633"/>
          </a:xfrm>
        </p:grpSpPr>
        <p:sp>
          <p:nvSpPr>
            <p:cNvPr id="542" name="Google Shape;542;p26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6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6"/>
          <p:cNvGrpSpPr/>
          <p:nvPr/>
        </p:nvGrpSpPr>
        <p:grpSpPr>
          <a:xfrm>
            <a:off x="119456" y="1017722"/>
            <a:ext cx="207942" cy="264647"/>
            <a:chOff x="3467806" y="-877553"/>
            <a:chExt cx="207942" cy="264647"/>
          </a:xfrm>
        </p:grpSpPr>
        <p:sp>
          <p:nvSpPr>
            <p:cNvPr id="545" name="Google Shape;545;p26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47" name="Google Shape;547;p26"/>
          <p:cNvPicPr preferRelativeResize="0"/>
          <p:nvPr/>
        </p:nvPicPr>
        <p:blipFill rotWithShape="1">
          <a:blip r:embed="rId2">
            <a:alphaModFix/>
          </a:blip>
          <a:srcRect l="4357" t="40614" r="15680" b="8964"/>
          <a:stretch/>
        </p:blipFill>
        <p:spPr>
          <a:xfrm rot="10800000">
            <a:off x="971751" y="4242949"/>
            <a:ext cx="1575624" cy="90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6"/>
          <p:cNvSpPr/>
          <p:nvPr/>
        </p:nvSpPr>
        <p:spPr>
          <a:xfrm>
            <a:off x="-110937" y="4560874"/>
            <a:ext cx="5676273" cy="1319421"/>
          </a:xfrm>
          <a:custGeom>
            <a:avLst/>
            <a:gdLst/>
            <a:ahLst/>
            <a:cxnLst/>
            <a:rect l="l" t="t" r="r" b="b"/>
            <a:pathLst>
              <a:path w="309418" h="77024" extrusionOk="0">
                <a:moveTo>
                  <a:pt x="0" y="6212"/>
                </a:moveTo>
                <a:cubicBezTo>
                  <a:pt x="4697" y="-828"/>
                  <a:pt x="16168" y="55"/>
                  <a:pt x="24631" y="55"/>
                </a:cubicBezTo>
                <a:cubicBezTo>
                  <a:pt x="49959" y="55"/>
                  <a:pt x="73733" y="12519"/>
                  <a:pt x="98137" y="19297"/>
                </a:cubicBezTo>
                <a:cubicBezTo>
                  <a:pt x="129403" y="27981"/>
                  <a:pt x="163811" y="2293"/>
                  <a:pt x="195118" y="10830"/>
                </a:cubicBezTo>
                <a:cubicBezTo>
                  <a:pt x="228875" y="20035"/>
                  <a:pt x="255867" y="45568"/>
                  <a:pt x="286328" y="62785"/>
                </a:cubicBezTo>
                <a:cubicBezTo>
                  <a:pt x="294200" y="67234"/>
                  <a:pt x="300723" y="74542"/>
                  <a:pt x="309418" y="77024"/>
                </a:cubicBezTo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27"/>
          <p:cNvSpPr txBox="1">
            <a:spLocks noGrp="1"/>
          </p:cNvSpPr>
          <p:nvPr>
            <p:ph type="subTitle" idx="1"/>
          </p:nvPr>
        </p:nvSpPr>
        <p:spPr>
          <a:xfrm>
            <a:off x="4971701" y="1781025"/>
            <a:ext cx="3234600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27"/>
          <p:cNvSpPr txBox="1">
            <a:spLocks noGrp="1"/>
          </p:cNvSpPr>
          <p:nvPr>
            <p:ph type="subTitle" idx="2"/>
          </p:nvPr>
        </p:nvSpPr>
        <p:spPr>
          <a:xfrm>
            <a:off x="937725" y="1781025"/>
            <a:ext cx="3234600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53" name="Google Shape;553;p27"/>
          <p:cNvGrpSpPr/>
          <p:nvPr/>
        </p:nvGrpSpPr>
        <p:grpSpPr>
          <a:xfrm>
            <a:off x="6971688" y="-40774"/>
            <a:ext cx="2172313" cy="1662299"/>
            <a:chOff x="6971688" y="-40774"/>
            <a:chExt cx="2172313" cy="1662299"/>
          </a:xfrm>
        </p:grpSpPr>
        <p:pic>
          <p:nvPicPr>
            <p:cNvPr id="554" name="Google Shape;554;p27"/>
            <p:cNvPicPr preferRelativeResize="0"/>
            <p:nvPr/>
          </p:nvPicPr>
          <p:blipFill rotWithShape="1">
            <a:blip r:embed="rId2">
              <a:alphaModFix/>
            </a:blip>
            <a:srcRect l="4357" t="10487" r="15680" b="8964"/>
            <a:stretch/>
          </p:blipFill>
          <p:spPr>
            <a:xfrm>
              <a:off x="7375600" y="0"/>
              <a:ext cx="1768401" cy="16215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5" name="Google Shape;555;p27"/>
            <p:cNvGrpSpPr/>
            <p:nvPr/>
          </p:nvGrpSpPr>
          <p:grpSpPr>
            <a:xfrm>
              <a:off x="6971688" y="-40774"/>
              <a:ext cx="1405647" cy="572716"/>
              <a:chOff x="6285452" y="-40763"/>
              <a:chExt cx="1866977" cy="760679"/>
            </a:xfrm>
          </p:grpSpPr>
          <p:sp>
            <p:nvSpPr>
              <p:cNvPr id="556" name="Google Shape;556;p27"/>
              <p:cNvSpPr/>
              <p:nvPr/>
            </p:nvSpPr>
            <p:spPr>
              <a:xfrm rot="10800000">
                <a:off x="6285452" y="-40763"/>
                <a:ext cx="1866976" cy="750288"/>
              </a:xfrm>
              <a:custGeom>
                <a:avLst/>
                <a:gdLst/>
                <a:ahLst/>
                <a:cxnLst/>
                <a:rect l="l" t="t" r="r" b="b"/>
                <a:pathLst>
                  <a:path w="57441" h="23084" extrusionOk="0">
                    <a:moveTo>
                      <a:pt x="28720" y="1"/>
                    </a:moveTo>
                    <a:cubicBezTo>
                      <a:pt x="14673" y="1"/>
                      <a:pt x="2895" y="9904"/>
                      <a:pt x="1" y="23083"/>
                    </a:cubicBezTo>
                    <a:lnTo>
                      <a:pt x="199" y="23083"/>
                    </a:lnTo>
                    <a:cubicBezTo>
                      <a:pt x="3094" y="9996"/>
                      <a:pt x="14779" y="199"/>
                      <a:pt x="28720" y="199"/>
                    </a:cubicBezTo>
                    <a:cubicBezTo>
                      <a:pt x="42661" y="199"/>
                      <a:pt x="54362" y="9996"/>
                      <a:pt x="57257" y="23083"/>
                    </a:cubicBezTo>
                    <a:lnTo>
                      <a:pt x="57440" y="23083"/>
                    </a:lnTo>
                    <a:cubicBezTo>
                      <a:pt x="54545" y="9889"/>
                      <a:pt x="42753" y="1"/>
                      <a:pt x="2872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7"/>
              <p:cNvSpPr/>
              <p:nvPr/>
            </p:nvSpPr>
            <p:spPr>
              <a:xfrm>
                <a:off x="7664620" y="232107"/>
                <a:ext cx="487809" cy="487809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chemeClr val="dk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8" name="Google Shape;558;p27"/>
          <p:cNvGrpSpPr/>
          <p:nvPr/>
        </p:nvGrpSpPr>
        <p:grpSpPr>
          <a:xfrm rot="6299877">
            <a:off x="8673303" y="4218963"/>
            <a:ext cx="299879" cy="381629"/>
            <a:chOff x="3467806" y="-877553"/>
            <a:chExt cx="207942" cy="264647"/>
          </a:xfrm>
        </p:grpSpPr>
        <p:sp>
          <p:nvSpPr>
            <p:cNvPr id="559" name="Google Shape;559;p27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" name="Google Shape;561;p27"/>
          <p:cNvGrpSpPr/>
          <p:nvPr/>
        </p:nvGrpSpPr>
        <p:grpSpPr>
          <a:xfrm rot="3526905">
            <a:off x="469851" y="100564"/>
            <a:ext cx="486751" cy="446634"/>
            <a:chOff x="608230" y="2788799"/>
            <a:chExt cx="486751" cy="446633"/>
          </a:xfrm>
        </p:grpSpPr>
        <p:sp>
          <p:nvSpPr>
            <p:cNvPr id="562" name="Google Shape;562;p27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" name="Google Shape;564;p27"/>
          <p:cNvGrpSpPr/>
          <p:nvPr/>
        </p:nvGrpSpPr>
        <p:grpSpPr>
          <a:xfrm rot="900053">
            <a:off x="-354009" y="2351123"/>
            <a:ext cx="744947" cy="744947"/>
            <a:chOff x="49750" y="1914525"/>
            <a:chExt cx="910375" cy="910375"/>
          </a:xfrm>
        </p:grpSpPr>
        <p:sp>
          <p:nvSpPr>
            <p:cNvPr id="565" name="Google Shape;565;p27"/>
            <p:cNvSpPr/>
            <p:nvPr/>
          </p:nvSpPr>
          <p:spPr>
            <a:xfrm>
              <a:off x="206700" y="2071450"/>
              <a:ext cx="596125" cy="59612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49750" y="1914525"/>
              <a:ext cx="910375" cy="910375"/>
            </a:xfrm>
            <a:custGeom>
              <a:avLst/>
              <a:gdLst/>
              <a:ahLst/>
              <a:cxnLst/>
              <a:rect l="l" t="t" r="r" b="b"/>
              <a:pathLst>
                <a:path w="36415" h="36415" fill="none" extrusionOk="0">
                  <a:moveTo>
                    <a:pt x="36415" y="18207"/>
                  </a:moveTo>
                  <a:cubicBezTo>
                    <a:pt x="36415" y="28263"/>
                    <a:pt x="28264" y="36414"/>
                    <a:pt x="18208" y="36414"/>
                  </a:cubicBezTo>
                  <a:cubicBezTo>
                    <a:pt x="8152" y="36414"/>
                    <a:pt x="1" y="28263"/>
                    <a:pt x="1" y="18207"/>
                  </a:cubicBezTo>
                  <a:cubicBezTo>
                    <a:pt x="1" y="8152"/>
                    <a:pt x="8152" y="0"/>
                    <a:pt x="18208" y="0"/>
                  </a:cubicBezTo>
                  <a:cubicBezTo>
                    <a:pt x="28264" y="0"/>
                    <a:pt x="36415" y="8152"/>
                    <a:pt x="36415" y="1820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28"/>
          <p:cNvSpPr txBox="1">
            <a:spLocks noGrp="1"/>
          </p:cNvSpPr>
          <p:nvPr>
            <p:ph type="subTitle" idx="1"/>
          </p:nvPr>
        </p:nvSpPr>
        <p:spPr>
          <a:xfrm>
            <a:off x="864475" y="2680900"/>
            <a:ext cx="22188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8"/>
          <p:cNvSpPr txBox="1">
            <a:spLocks noGrp="1"/>
          </p:cNvSpPr>
          <p:nvPr>
            <p:ph type="subTitle" idx="2"/>
          </p:nvPr>
        </p:nvSpPr>
        <p:spPr>
          <a:xfrm>
            <a:off x="3462596" y="2680900"/>
            <a:ext cx="22188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8"/>
          <p:cNvSpPr txBox="1">
            <a:spLocks noGrp="1"/>
          </p:cNvSpPr>
          <p:nvPr>
            <p:ph type="subTitle" idx="3"/>
          </p:nvPr>
        </p:nvSpPr>
        <p:spPr>
          <a:xfrm>
            <a:off x="6060723" y="2680900"/>
            <a:ext cx="22188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8"/>
          <p:cNvSpPr txBox="1">
            <a:spLocks noGrp="1"/>
          </p:cNvSpPr>
          <p:nvPr>
            <p:ph type="subTitle" idx="4"/>
          </p:nvPr>
        </p:nvSpPr>
        <p:spPr>
          <a:xfrm>
            <a:off x="864475" y="2303500"/>
            <a:ext cx="2218800" cy="3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73" name="Google Shape;573;p28"/>
          <p:cNvSpPr txBox="1">
            <a:spLocks noGrp="1"/>
          </p:cNvSpPr>
          <p:nvPr>
            <p:ph type="subTitle" idx="5"/>
          </p:nvPr>
        </p:nvSpPr>
        <p:spPr>
          <a:xfrm>
            <a:off x="3462600" y="2303500"/>
            <a:ext cx="2218800" cy="3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74" name="Google Shape;574;p28"/>
          <p:cNvSpPr txBox="1">
            <a:spLocks noGrp="1"/>
          </p:cNvSpPr>
          <p:nvPr>
            <p:ph type="subTitle" idx="6"/>
          </p:nvPr>
        </p:nvSpPr>
        <p:spPr>
          <a:xfrm>
            <a:off x="6060724" y="2303500"/>
            <a:ext cx="2218800" cy="3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75" name="Google Shape;575;p28"/>
          <p:cNvSpPr/>
          <p:nvPr/>
        </p:nvSpPr>
        <p:spPr>
          <a:xfrm rot="1470397">
            <a:off x="1136294" y="4007069"/>
            <a:ext cx="4996276" cy="2395685"/>
          </a:xfrm>
          <a:custGeom>
            <a:avLst/>
            <a:gdLst/>
            <a:ahLst/>
            <a:cxnLst/>
            <a:rect l="l" t="t" r="r" b="b"/>
            <a:pathLst>
              <a:path w="86298" h="57699" extrusionOk="0">
                <a:moveTo>
                  <a:pt x="86282" y="0"/>
                </a:moveTo>
                <a:cubicBezTo>
                  <a:pt x="85398" y="610"/>
                  <a:pt x="84530" y="1234"/>
                  <a:pt x="83692" y="1905"/>
                </a:cubicBezTo>
                <a:cubicBezTo>
                  <a:pt x="80066" y="4693"/>
                  <a:pt x="76622" y="7755"/>
                  <a:pt x="72509" y="9858"/>
                </a:cubicBezTo>
                <a:cubicBezTo>
                  <a:pt x="63809" y="14292"/>
                  <a:pt x="53784" y="14657"/>
                  <a:pt x="44383" y="16516"/>
                </a:cubicBezTo>
                <a:cubicBezTo>
                  <a:pt x="39736" y="17430"/>
                  <a:pt x="35120" y="18725"/>
                  <a:pt x="30930" y="20980"/>
                </a:cubicBezTo>
                <a:cubicBezTo>
                  <a:pt x="26664" y="23265"/>
                  <a:pt x="22962" y="26465"/>
                  <a:pt x="19701" y="30030"/>
                </a:cubicBezTo>
                <a:cubicBezTo>
                  <a:pt x="12677" y="37740"/>
                  <a:pt x="7847" y="47064"/>
                  <a:pt x="1723" y="55444"/>
                </a:cubicBezTo>
                <a:cubicBezTo>
                  <a:pt x="1174" y="56206"/>
                  <a:pt x="595" y="56952"/>
                  <a:pt x="1" y="57699"/>
                </a:cubicBezTo>
                <a:lnTo>
                  <a:pt x="610" y="57699"/>
                </a:lnTo>
                <a:cubicBezTo>
                  <a:pt x="6522" y="50096"/>
                  <a:pt x="11017" y="41488"/>
                  <a:pt x="16989" y="33946"/>
                </a:cubicBezTo>
                <a:cubicBezTo>
                  <a:pt x="20082" y="30061"/>
                  <a:pt x="23571" y="26419"/>
                  <a:pt x="27639" y="23570"/>
                </a:cubicBezTo>
                <a:cubicBezTo>
                  <a:pt x="31661" y="20767"/>
                  <a:pt x="36171" y="18954"/>
                  <a:pt x="40894" y="17781"/>
                </a:cubicBezTo>
                <a:cubicBezTo>
                  <a:pt x="50280" y="15434"/>
                  <a:pt x="60183" y="15297"/>
                  <a:pt x="69294" y="11793"/>
                </a:cubicBezTo>
                <a:cubicBezTo>
                  <a:pt x="71442" y="10955"/>
                  <a:pt x="73514" y="9949"/>
                  <a:pt x="75480" y="8700"/>
                </a:cubicBezTo>
                <a:cubicBezTo>
                  <a:pt x="77369" y="7496"/>
                  <a:pt x="79121" y="6125"/>
                  <a:pt x="80873" y="4739"/>
                </a:cubicBezTo>
                <a:cubicBezTo>
                  <a:pt x="82641" y="3322"/>
                  <a:pt x="84408" y="1859"/>
                  <a:pt x="86297" y="549"/>
                </a:cubicBezTo>
                <a:lnTo>
                  <a:pt x="862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28"/>
          <p:cNvGrpSpPr/>
          <p:nvPr/>
        </p:nvGrpSpPr>
        <p:grpSpPr>
          <a:xfrm>
            <a:off x="0" y="2731153"/>
            <a:ext cx="2983767" cy="2429847"/>
            <a:chOff x="0" y="2731153"/>
            <a:chExt cx="2983767" cy="2429847"/>
          </a:xfrm>
        </p:grpSpPr>
        <p:sp>
          <p:nvSpPr>
            <p:cNvPr id="577" name="Google Shape;577;p28"/>
            <p:cNvSpPr/>
            <p:nvPr/>
          </p:nvSpPr>
          <p:spPr>
            <a:xfrm rot="10800000" flipH="1">
              <a:off x="0" y="4509812"/>
              <a:ext cx="2983767" cy="633688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8"/>
            <p:cNvSpPr/>
            <p:nvPr/>
          </p:nvSpPr>
          <p:spPr>
            <a:xfrm rot="-5400000">
              <a:off x="-733799" y="3464952"/>
              <a:ext cx="2429847" cy="962248"/>
            </a:xfrm>
            <a:custGeom>
              <a:avLst/>
              <a:gdLst/>
              <a:ahLst/>
              <a:cxnLst/>
              <a:rect l="l" t="t" r="r" b="b"/>
              <a:pathLst>
                <a:path w="47248" h="23708" extrusionOk="0">
                  <a:moveTo>
                    <a:pt x="1" y="1"/>
                  </a:moveTo>
                  <a:lnTo>
                    <a:pt x="1" y="23708"/>
                  </a:lnTo>
                  <a:cubicBezTo>
                    <a:pt x="1783" y="23570"/>
                    <a:pt x="3612" y="22489"/>
                    <a:pt x="4952" y="21194"/>
                  </a:cubicBezTo>
                  <a:cubicBezTo>
                    <a:pt x="6857" y="19350"/>
                    <a:pt x="8320" y="17019"/>
                    <a:pt x="10559" y="15648"/>
                  </a:cubicBezTo>
                  <a:cubicBezTo>
                    <a:pt x="12494" y="14476"/>
                    <a:pt x="14762" y="14131"/>
                    <a:pt x="17049" y="14131"/>
                  </a:cubicBezTo>
                  <a:cubicBezTo>
                    <a:pt x="18003" y="14131"/>
                    <a:pt x="18961" y="14191"/>
                    <a:pt x="19899" y="14277"/>
                  </a:cubicBezTo>
                  <a:cubicBezTo>
                    <a:pt x="21687" y="14439"/>
                    <a:pt x="23509" y="14659"/>
                    <a:pt x="25305" y="14659"/>
                  </a:cubicBezTo>
                  <a:cubicBezTo>
                    <a:pt x="26707" y="14659"/>
                    <a:pt x="28094" y="14525"/>
                    <a:pt x="29437" y="14124"/>
                  </a:cubicBezTo>
                  <a:cubicBezTo>
                    <a:pt x="34662" y="12601"/>
                    <a:pt x="37923" y="7588"/>
                    <a:pt x="41915" y="3901"/>
                  </a:cubicBezTo>
                  <a:cubicBezTo>
                    <a:pt x="43530" y="2393"/>
                    <a:pt x="45328" y="1097"/>
                    <a:pt x="47247" y="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28"/>
          <p:cNvGrpSpPr/>
          <p:nvPr/>
        </p:nvGrpSpPr>
        <p:grpSpPr>
          <a:xfrm>
            <a:off x="4010503" y="-2363307"/>
            <a:ext cx="5718697" cy="4273416"/>
            <a:chOff x="4010503" y="-2363307"/>
            <a:chExt cx="5718697" cy="4273416"/>
          </a:xfrm>
        </p:grpSpPr>
        <p:sp>
          <p:nvSpPr>
            <p:cNvPr id="580" name="Google Shape;580;p28"/>
            <p:cNvSpPr/>
            <p:nvPr/>
          </p:nvSpPr>
          <p:spPr>
            <a:xfrm flipH="1">
              <a:off x="5715717" y="-11137"/>
              <a:ext cx="4013483" cy="1119521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8"/>
            <p:cNvSpPr/>
            <p:nvPr/>
          </p:nvSpPr>
          <p:spPr>
            <a:xfrm flipH="1">
              <a:off x="6923579" y="-11137"/>
              <a:ext cx="2250658" cy="912699"/>
            </a:xfrm>
            <a:custGeom>
              <a:avLst/>
              <a:gdLst/>
              <a:ahLst/>
              <a:cxnLst/>
              <a:rect l="l" t="t" r="r" b="b"/>
              <a:pathLst>
                <a:path w="47248" h="23708" extrusionOk="0">
                  <a:moveTo>
                    <a:pt x="1" y="1"/>
                  </a:moveTo>
                  <a:lnTo>
                    <a:pt x="1" y="23708"/>
                  </a:lnTo>
                  <a:cubicBezTo>
                    <a:pt x="1783" y="23570"/>
                    <a:pt x="3612" y="22489"/>
                    <a:pt x="4952" y="21194"/>
                  </a:cubicBezTo>
                  <a:cubicBezTo>
                    <a:pt x="6857" y="19350"/>
                    <a:pt x="8320" y="17019"/>
                    <a:pt x="10559" y="15648"/>
                  </a:cubicBezTo>
                  <a:cubicBezTo>
                    <a:pt x="12494" y="14476"/>
                    <a:pt x="14762" y="14131"/>
                    <a:pt x="17049" y="14131"/>
                  </a:cubicBezTo>
                  <a:cubicBezTo>
                    <a:pt x="18003" y="14131"/>
                    <a:pt x="18961" y="14191"/>
                    <a:pt x="19899" y="14277"/>
                  </a:cubicBezTo>
                  <a:cubicBezTo>
                    <a:pt x="21687" y="14439"/>
                    <a:pt x="23509" y="14659"/>
                    <a:pt x="25305" y="14659"/>
                  </a:cubicBezTo>
                  <a:cubicBezTo>
                    <a:pt x="26707" y="14659"/>
                    <a:pt x="28094" y="14525"/>
                    <a:pt x="29437" y="14124"/>
                  </a:cubicBezTo>
                  <a:cubicBezTo>
                    <a:pt x="34662" y="12601"/>
                    <a:pt x="37923" y="7588"/>
                    <a:pt x="41915" y="3901"/>
                  </a:cubicBezTo>
                  <a:cubicBezTo>
                    <a:pt x="43530" y="2393"/>
                    <a:pt x="45328" y="1097"/>
                    <a:pt x="472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8"/>
            <p:cNvSpPr/>
            <p:nvPr/>
          </p:nvSpPr>
          <p:spPr>
            <a:xfrm rot="-9072868">
              <a:off x="4264837" y="-1362756"/>
              <a:ext cx="4738901" cy="2272313"/>
            </a:xfrm>
            <a:custGeom>
              <a:avLst/>
              <a:gdLst/>
              <a:ahLst/>
              <a:cxnLst/>
              <a:rect l="l" t="t" r="r" b="b"/>
              <a:pathLst>
                <a:path w="86298" h="57699" extrusionOk="0">
                  <a:moveTo>
                    <a:pt x="86282" y="0"/>
                  </a:moveTo>
                  <a:cubicBezTo>
                    <a:pt x="85398" y="610"/>
                    <a:pt x="84530" y="1234"/>
                    <a:pt x="83692" y="1905"/>
                  </a:cubicBezTo>
                  <a:cubicBezTo>
                    <a:pt x="80066" y="4693"/>
                    <a:pt x="76622" y="7755"/>
                    <a:pt x="72509" y="9858"/>
                  </a:cubicBezTo>
                  <a:cubicBezTo>
                    <a:pt x="63809" y="14292"/>
                    <a:pt x="53784" y="14657"/>
                    <a:pt x="44383" y="16516"/>
                  </a:cubicBezTo>
                  <a:cubicBezTo>
                    <a:pt x="39736" y="17430"/>
                    <a:pt x="35120" y="18725"/>
                    <a:pt x="30930" y="20980"/>
                  </a:cubicBezTo>
                  <a:cubicBezTo>
                    <a:pt x="26664" y="23265"/>
                    <a:pt x="22962" y="26465"/>
                    <a:pt x="19701" y="30030"/>
                  </a:cubicBezTo>
                  <a:cubicBezTo>
                    <a:pt x="12677" y="37740"/>
                    <a:pt x="7847" y="47064"/>
                    <a:pt x="1723" y="55444"/>
                  </a:cubicBezTo>
                  <a:cubicBezTo>
                    <a:pt x="1174" y="56206"/>
                    <a:pt x="595" y="56952"/>
                    <a:pt x="1" y="57699"/>
                  </a:cubicBezTo>
                  <a:lnTo>
                    <a:pt x="610" y="57699"/>
                  </a:lnTo>
                  <a:cubicBezTo>
                    <a:pt x="6522" y="50096"/>
                    <a:pt x="11017" y="41488"/>
                    <a:pt x="16989" y="33946"/>
                  </a:cubicBezTo>
                  <a:cubicBezTo>
                    <a:pt x="20082" y="30061"/>
                    <a:pt x="23571" y="26419"/>
                    <a:pt x="27639" y="23570"/>
                  </a:cubicBezTo>
                  <a:cubicBezTo>
                    <a:pt x="31661" y="20767"/>
                    <a:pt x="36171" y="18954"/>
                    <a:pt x="40894" y="17781"/>
                  </a:cubicBezTo>
                  <a:cubicBezTo>
                    <a:pt x="50280" y="15434"/>
                    <a:pt x="60183" y="15297"/>
                    <a:pt x="69294" y="11793"/>
                  </a:cubicBezTo>
                  <a:cubicBezTo>
                    <a:pt x="71442" y="10955"/>
                    <a:pt x="73514" y="9949"/>
                    <a:pt x="75480" y="8700"/>
                  </a:cubicBezTo>
                  <a:cubicBezTo>
                    <a:pt x="77369" y="7496"/>
                    <a:pt x="79121" y="6125"/>
                    <a:pt x="80873" y="4739"/>
                  </a:cubicBezTo>
                  <a:cubicBezTo>
                    <a:pt x="82641" y="3322"/>
                    <a:pt x="84408" y="1859"/>
                    <a:pt x="86297" y="549"/>
                  </a:cubicBezTo>
                  <a:lnTo>
                    <a:pt x="862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28"/>
          <p:cNvGrpSpPr/>
          <p:nvPr/>
        </p:nvGrpSpPr>
        <p:grpSpPr>
          <a:xfrm>
            <a:off x="7668880" y="4603991"/>
            <a:ext cx="1523789" cy="625368"/>
            <a:chOff x="239863" y="4161621"/>
            <a:chExt cx="2392509" cy="981894"/>
          </a:xfrm>
        </p:grpSpPr>
        <p:sp>
          <p:nvSpPr>
            <p:cNvPr id="584" name="Google Shape;584;p28"/>
            <p:cNvSpPr/>
            <p:nvPr/>
          </p:nvSpPr>
          <p:spPr>
            <a:xfrm>
              <a:off x="257331" y="4189049"/>
              <a:ext cx="2375042" cy="954466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5" name="Google Shape;585;p28"/>
            <p:cNvGrpSpPr/>
            <p:nvPr/>
          </p:nvGrpSpPr>
          <p:grpSpPr>
            <a:xfrm>
              <a:off x="239863" y="4161621"/>
              <a:ext cx="744960" cy="744960"/>
              <a:chOff x="49750" y="1914525"/>
              <a:chExt cx="910375" cy="910375"/>
            </a:xfrm>
          </p:grpSpPr>
          <p:sp>
            <p:nvSpPr>
              <p:cNvPr id="586" name="Google Shape;586;p28"/>
              <p:cNvSpPr/>
              <p:nvPr/>
            </p:nvSpPr>
            <p:spPr>
              <a:xfrm>
                <a:off x="206700" y="2071450"/>
                <a:ext cx="596125" cy="596125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49750" y="1914525"/>
                <a:ext cx="910375" cy="910375"/>
              </a:xfrm>
              <a:custGeom>
                <a:avLst/>
                <a:gdLst/>
                <a:ahLst/>
                <a:cxnLst/>
                <a:rect l="l" t="t" r="r" b="b"/>
                <a:pathLst>
                  <a:path w="36415" h="36415" fill="none" extrusionOk="0">
                    <a:moveTo>
                      <a:pt x="36415" y="18207"/>
                    </a:moveTo>
                    <a:cubicBezTo>
                      <a:pt x="36415" y="28263"/>
                      <a:pt x="28264" y="36414"/>
                      <a:pt x="18208" y="36414"/>
                    </a:cubicBezTo>
                    <a:cubicBezTo>
                      <a:pt x="8152" y="36414"/>
                      <a:pt x="1" y="28263"/>
                      <a:pt x="1" y="18207"/>
                    </a:cubicBezTo>
                    <a:cubicBezTo>
                      <a:pt x="1" y="8152"/>
                      <a:pt x="8152" y="0"/>
                      <a:pt x="18208" y="0"/>
                    </a:cubicBezTo>
                    <a:cubicBezTo>
                      <a:pt x="28264" y="0"/>
                      <a:pt x="36415" y="8152"/>
                      <a:pt x="36415" y="1820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8" name="Google Shape;588;p28"/>
          <p:cNvGrpSpPr/>
          <p:nvPr/>
        </p:nvGrpSpPr>
        <p:grpSpPr>
          <a:xfrm rot="6299960">
            <a:off x="300271" y="1020070"/>
            <a:ext cx="207936" cy="264639"/>
            <a:chOff x="3467806" y="-877553"/>
            <a:chExt cx="207942" cy="264647"/>
          </a:xfrm>
        </p:grpSpPr>
        <p:sp>
          <p:nvSpPr>
            <p:cNvPr id="589" name="Google Shape;589;p28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28"/>
          <p:cNvGrpSpPr/>
          <p:nvPr/>
        </p:nvGrpSpPr>
        <p:grpSpPr>
          <a:xfrm flipH="1">
            <a:off x="8759346" y="1567573"/>
            <a:ext cx="675950" cy="937987"/>
            <a:chOff x="417825" y="3072538"/>
            <a:chExt cx="675950" cy="937988"/>
          </a:xfrm>
        </p:grpSpPr>
        <p:sp>
          <p:nvSpPr>
            <p:cNvPr id="592" name="Google Shape;592;p28"/>
            <p:cNvSpPr/>
            <p:nvPr/>
          </p:nvSpPr>
          <p:spPr>
            <a:xfrm>
              <a:off x="417825" y="3420100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502975" y="3072538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96" name="Google Shape;596;p29"/>
          <p:cNvSpPr txBox="1">
            <a:spLocks noGrp="1"/>
          </p:cNvSpPr>
          <p:nvPr>
            <p:ph type="subTitle" idx="1"/>
          </p:nvPr>
        </p:nvSpPr>
        <p:spPr>
          <a:xfrm>
            <a:off x="1532300" y="1825100"/>
            <a:ext cx="26922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29"/>
          <p:cNvSpPr txBox="1">
            <a:spLocks noGrp="1"/>
          </p:cNvSpPr>
          <p:nvPr>
            <p:ph type="subTitle" idx="2"/>
          </p:nvPr>
        </p:nvSpPr>
        <p:spPr>
          <a:xfrm>
            <a:off x="4919500" y="1825100"/>
            <a:ext cx="26922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8" name="Google Shape;598;p29"/>
          <p:cNvSpPr txBox="1">
            <a:spLocks noGrp="1"/>
          </p:cNvSpPr>
          <p:nvPr>
            <p:ph type="subTitle" idx="3"/>
          </p:nvPr>
        </p:nvSpPr>
        <p:spPr>
          <a:xfrm>
            <a:off x="1532300" y="3485675"/>
            <a:ext cx="26922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29"/>
          <p:cNvSpPr txBox="1">
            <a:spLocks noGrp="1"/>
          </p:cNvSpPr>
          <p:nvPr>
            <p:ph type="subTitle" idx="4"/>
          </p:nvPr>
        </p:nvSpPr>
        <p:spPr>
          <a:xfrm>
            <a:off x="4919500" y="3485675"/>
            <a:ext cx="26922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29"/>
          <p:cNvSpPr txBox="1">
            <a:spLocks noGrp="1"/>
          </p:cNvSpPr>
          <p:nvPr>
            <p:ph type="subTitle" idx="5"/>
          </p:nvPr>
        </p:nvSpPr>
        <p:spPr>
          <a:xfrm>
            <a:off x="1532300" y="1455550"/>
            <a:ext cx="269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601" name="Google Shape;601;p29"/>
          <p:cNvSpPr txBox="1">
            <a:spLocks noGrp="1"/>
          </p:cNvSpPr>
          <p:nvPr>
            <p:ph type="subTitle" idx="6"/>
          </p:nvPr>
        </p:nvSpPr>
        <p:spPr>
          <a:xfrm>
            <a:off x="1532300" y="3116200"/>
            <a:ext cx="269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602" name="Google Shape;602;p29"/>
          <p:cNvSpPr txBox="1">
            <a:spLocks noGrp="1"/>
          </p:cNvSpPr>
          <p:nvPr>
            <p:ph type="subTitle" idx="7"/>
          </p:nvPr>
        </p:nvSpPr>
        <p:spPr>
          <a:xfrm>
            <a:off x="4919474" y="1455550"/>
            <a:ext cx="269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603" name="Google Shape;603;p29"/>
          <p:cNvSpPr txBox="1">
            <a:spLocks noGrp="1"/>
          </p:cNvSpPr>
          <p:nvPr>
            <p:ph type="subTitle" idx="8"/>
          </p:nvPr>
        </p:nvSpPr>
        <p:spPr>
          <a:xfrm>
            <a:off x="4919474" y="3116200"/>
            <a:ext cx="269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grpSp>
        <p:nvGrpSpPr>
          <p:cNvPr id="604" name="Google Shape;604;p29"/>
          <p:cNvGrpSpPr/>
          <p:nvPr/>
        </p:nvGrpSpPr>
        <p:grpSpPr>
          <a:xfrm rot="6299960">
            <a:off x="244921" y="178045"/>
            <a:ext cx="207936" cy="264639"/>
            <a:chOff x="3467806" y="-877553"/>
            <a:chExt cx="207942" cy="264647"/>
          </a:xfrm>
        </p:grpSpPr>
        <p:sp>
          <p:nvSpPr>
            <p:cNvPr id="605" name="Google Shape;605;p29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607;p29"/>
          <p:cNvGrpSpPr/>
          <p:nvPr/>
        </p:nvGrpSpPr>
        <p:grpSpPr>
          <a:xfrm>
            <a:off x="3966526" y="4546258"/>
            <a:ext cx="2541049" cy="1567541"/>
            <a:chOff x="3966526" y="4546258"/>
            <a:chExt cx="2541049" cy="1567541"/>
          </a:xfrm>
        </p:grpSpPr>
        <p:sp>
          <p:nvSpPr>
            <p:cNvPr id="608" name="Google Shape;608;p29"/>
            <p:cNvSpPr/>
            <p:nvPr/>
          </p:nvSpPr>
          <p:spPr>
            <a:xfrm rot="899902">
              <a:off x="4049572" y="4868314"/>
              <a:ext cx="2374957" cy="954432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9" name="Google Shape;609;p29"/>
            <p:cNvGrpSpPr/>
            <p:nvPr/>
          </p:nvGrpSpPr>
          <p:grpSpPr>
            <a:xfrm rot="900053">
              <a:off x="4094604" y="4629973"/>
              <a:ext cx="744947" cy="744947"/>
              <a:chOff x="49750" y="1914525"/>
              <a:chExt cx="910375" cy="910375"/>
            </a:xfrm>
          </p:grpSpPr>
          <p:sp>
            <p:nvSpPr>
              <p:cNvPr id="610" name="Google Shape;610;p29"/>
              <p:cNvSpPr/>
              <p:nvPr/>
            </p:nvSpPr>
            <p:spPr>
              <a:xfrm>
                <a:off x="206700" y="2071450"/>
                <a:ext cx="596125" cy="596125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9"/>
              <p:cNvSpPr/>
              <p:nvPr/>
            </p:nvSpPr>
            <p:spPr>
              <a:xfrm>
                <a:off x="49750" y="1914525"/>
                <a:ext cx="910375" cy="910375"/>
              </a:xfrm>
              <a:custGeom>
                <a:avLst/>
                <a:gdLst/>
                <a:ahLst/>
                <a:cxnLst/>
                <a:rect l="l" t="t" r="r" b="b"/>
                <a:pathLst>
                  <a:path w="36415" h="36415" fill="none" extrusionOk="0">
                    <a:moveTo>
                      <a:pt x="36415" y="18207"/>
                    </a:moveTo>
                    <a:cubicBezTo>
                      <a:pt x="36415" y="28263"/>
                      <a:pt x="28264" y="36414"/>
                      <a:pt x="18208" y="36414"/>
                    </a:cubicBezTo>
                    <a:cubicBezTo>
                      <a:pt x="8152" y="36414"/>
                      <a:pt x="1" y="28263"/>
                      <a:pt x="1" y="18207"/>
                    </a:cubicBezTo>
                    <a:cubicBezTo>
                      <a:pt x="1" y="8152"/>
                      <a:pt x="8152" y="0"/>
                      <a:pt x="18208" y="0"/>
                    </a:cubicBezTo>
                    <a:cubicBezTo>
                      <a:pt x="28264" y="0"/>
                      <a:pt x="36415" y="8152"/>
                      <a:pt x="36415" y="1820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2" name="Google Shape;612;p29"/>
          <p:cNvGrpSpPr/>
          <p:nvPr/>
        </p:nvGrpSpPr>
        <p:grpSpPr>
          <a:xfrm rot="-5400000" flipH="1">
            <a:off x="-303364" y="1513293"/>
            <a:ext cx="675950" cy="937988"/>
            <a:chOff x="417825" y="3072538"/>
            <a:chExt cx="675950" cy="937988"/>
          </a:xfrm>
        </p:grpSpPr>
        <p:sp>
          <p:nvSpPr>
            <p:cNvPr id="613" name="Google Shape;613;p29"/>
            <p:cNvSpPr/>
            <p:nvPr/>
          </p:nvSpPr>
          <p:spPr>
            <a:xfrm>
              <a:off x="417825" y="3420100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502975" y="3072538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31"/>
          <p:cNvSpPr txBox="1">
            <a:spLocks noGrp="1"/>
          </p:cNvSpPr>
          <p:nvPr>
            <p:ph type="subTitle" idx="1"/>
          </p:nvPr>
        </p:nvSpPr>
        <p:spPr>
          <a:xfrm>
            <a:off x="720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9" name="Google Shape;709;p31"/>
          <p:cNvSpPr txBox="1">
            <a:spLocks noGrp="1"/>
          </p:cNvSpPr>
          <p:nvPr>
            <p:ph type="subTitle" idx="2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0" name="Google Shape;710;p31"/>
          <p:cNvSpPr txBox="1">
            <a:spLocks noGrp="1"/>
          </p:cNvSpPr>
          <p:nvPr>
            <p:ph type="subTitle" idx="3"/>
          </p:nvPr>
        </p:nvSpPr>
        <p:spPr>
          <a:xfrm>
            <a:off x="720000" y="344045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1" name="Google Shape;711;p31"/>
          <p:cNvSpPr txBox="1">
            <a:spLocks noGrp="1"/>
          </p:cNvSpPr>
          <p:nvPr>
            <p:ph type="subTitle" idx="4"/>
          </p:nvPr>
        </p:nvSpPr>
        <p:spPr>
          <a:xfrm>
            <a:off x="3579000" y="344045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2" name="Google Shape;712;p31"/>
          <p:cNvSpPr txBox="1">
            <a:spLocks noGrp="1"/>
          </p:cNvSpPr>
          <p:nvPr>
            <p:ph type="subTitle" idx="5"/>
          </p:nvPr>
        </p:nvSpPr>
        <p:spPr>
          <a:xfrm>
            <a:off x="6437997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3" name="Google Shape;713;p31"/>
          <p:cNvSpPr txBox="1">
            <a:spLocks noGrp="1"/>
          </p:cNvSpPr>
          <p:nvPr>
            <p:ph type="subTitle" idx="6"/>
          </p:nvPr>
        </p:nvSpPr>
        <p:spPr>
          <a:xfrm>
            <a:off x="6437997" y="344045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4" name="Google Shape;714;p31"/>
          <p:cNvSpPr txBox="1">
            <a:spLocks noGrp="1"/>
          </p:cNvSpPr>
          <p:nvPr>
            <p:ph type="subTitle" idx="7"/>
          </p:nvPr>
        </p:nvSpPr>
        <p:spPr>
          <a:xfrm>
            <a:off x="720000" y="13362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15" name="Google Shape;715;p31"/>
          <p:cNvSpPr txBox="1">
            <a:spLocks noGrp="1"/>
          </p:cNvSpPr>
          <p:nvPr>
            <p:ph type="subTitle" idx="8"/>
          </p:nvPr>
        </p:nvSpPr>
        <p:spPr>
          <a:xfrm>
            <a:off x="3579000" y="13362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16" name="Google Shape;716;p31"/>
          <p:cNvSpPr txBox="1">
            <a:spLocks noGrp="1"/>
          </p:cNvSpPr>
          <p:nvPr>
            <p:ph type="subTitle" idx="9"/>
          </p:nvPr>
        </p:nvSpPr>
        <p:spPr>
          <a:xfrm>
            <a:off x="6437997" y="1336263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17" name="Google Shape;717;p31"/>
          <p:cNvSpPr txBox="1">
            <a:spLocks noGrp="1"/>
          </p:cNvSpPr>
          <p:nvPr>
            <p:ph type="subTitle" idx="13"/>
          </p:nvPr>
        </p:nvSpPr>
        <p:spPr>
          <a:xfrm>
            <a:off x="720000" y="30633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18" name="Google Shape;718;p31"/>
          <p:cNvSpPr txBox="1">
            <a:spLocks noGrp="1"/>
          </p:cNvSpPr>
          <p:nvPr>
            <p:ph type="subTitle" idx="14"/>
          </p:nvPr>
        </p:nvSpPr>
        <p:spPr>
          <a:xfrm>
            <a:off x="3579000" y="30633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19" name="Google Shape;719;p31"/>
          <p:cNvSpPr txBox="1">
            <a:spLocks noGrp="1"/>
          </p:cNvSpPr>
          <p:nvPr>
            <p:ph type="subTitle" idx="15"/>
          </p:nvPr>
        </p:nvSpPr>
        <p:spPr>
          <a:xfrm>
            <a:off x="6437997" y="3063350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jdhani"/>
              <a:buNone/>
              <a:defRPr sz="20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grpSp>
        <p:nvGrpSpPr>
          <p:cNvPr id="720" name="Google Shape;720;p31"/>
          <p:cNvGrpSpPr/>
          <p:nvPr/>
        </p:nvGrpSpPr>
        <p:grpSpPr>
          <a:xfrm>
            <a:off x="-174750" y="3232725"/>
            <a:ext cx="2455177" cy="2452725"/>
            <a:chOff x="-174750" y="3232725"/>
            <a:chExt cx="2455177" cy="2452725"/>
          </a:xfrm>
        </p:grpSpPr>
        <p:sp>
          <p:nvSpPr>
            <p:cNvPr id="721" name="Google Shape;721;p31"/>
            <p:cNvSpPr/>
            <p:nvPr/>
          </p:nvSpPr>
          <p:spPr>
            <a:xfrm rot="10800000" flipH="1">
              <a:off x="-153356" y="4628791"/>
              <a:ext cx="2433783" cy="544459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1"/>
            <p:cNvSpPr/>
            <p:nvPr/>
          </p:nvSpPr>
          <p:spPr>
            <a:xfrm rot="-5400000">
              <a:off x="-845295" y="4008872"/>
              <a:ext cx="2402856" cy="950301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>
              <a:off x="-174750" y="3232725"/>
              <a:ext cx="1031125" cy="2315938"/>
            </a:xfrm>
            <a:custGeom>
              <a:avLst/>
              <a:gdLst/>
              <a:ahLst/>
              <a:cxnLst/>
              <a:rect l="l" t="t" r="r" b="b"/>
              <a:pathLst>
                <a:path w="100304" h="168340" extrusionOk="0">
                  <a:moveTo>
                    <a:pt x="0" y="0"/>
                  </a:moveTo>
                  <a:cubicBezTo>
                    <a:pt x="7676" y="0"/>
                    <a:pt x="16468" y="2656"/>
                    <a:pt x="21382" y="8553"/>
                  </a:cubicBezTo>
                  <a:cubicBezTo>
                    <a:pt x="32218" y="21557"/>
                    <a:pt x="32581" y="41211"/>
                    <a:pt x="43154" y="54429"/>
                  </a:cubicBezTo>
                  <a:cubicBezTo>
                    <a:pt x="54375" y="68457"/>
                    <a:pt x="72317" y="76640"/>
                    <a:pt x="82031" y="91751"/>
                  </a:cubicBezTo>
                  <a:cubicBezTo>
                    <a:pt x="96224" y="113829"/>
                    <a:pt x="100304" y="142094"/>
                    <a:pt x="100304" y="168340"/>
                  </a:cubicBez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724" name="Google Shape;724;p31"/>
          <p:cNvGrpSpPr/>
          <p:nvPr/>
        </p:nvGrpSpPr>
        <p:grpSpPr>
          <a:xfrm>
            <a:off x="6292064" y="-173252"/>
            <a:ext cx="3222487" cy="3261582"/>
            <a:chOff x="6292064" y="-173252"/>
            <a:chExt cx="3222487" cy="3261582"/>
          </a:xfrm>
        </p:grpSpPr>
        <p:sp>
          <p:nvSpPr>
            <p:cNvPr id="725" name="Google Shape;725;p31"/>
            <p:cNvSpPr/>
            <p:nvPr/>
          </p:nvSpPr>
          <p:spPr>
            <a:xfrm rot="5400000">
              <a:off x="7205607" y="1142434"/>
              <a:ext cx="3235808" cy="655983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1"/>
            <p:cNvSpPr/>
            <p:nvPr/>
          </p:nvSpPr>
          <p:spPr>
            <a:xfrm flipH="1">
              <a:off x="6561606" y="-147471"/>
              <a:ext cx="2601829" cy="915010"/>
            </a:xfrm>
            <a:custGeom>
              <a:avLst/>
              <a:gdLst/>
              <a:ahLst/>
              <a:cxnLst/>
              <a:rect l="l" t="t" r="r" b="b"/>
              <a:pathLst>
                <a:path w="47248" h="23708" extrusionOk="0">
                  <a:moveTo>
                    <a:pt x="1" y="1"/>
                  </a:moveTo>
                  <a:lnTo>
                    <a:pt x="1" y="23708"/>
                  </a:lnTo>
                  <a:cubicBezTo>
                    <a:pt x="1783" y="23570"/>
                    <a:pt x="3612" y="22489"/>
                    <a:pt x="4952" y="21194"/>
                  </a:cubicBezTo>
                  <a:cubicBezTo>
                    <a:pt x="6857" y="19350"/>
                    <a:pt x="8320" y="17019"/>
                    <a:pt x="10559" y="15648"/>
                  </a:cubicBezTo>
                  <a:cubicBezTo>
                    <a:pt x="12494" y="14476"/>
                    <a:pt x="14762" y="14131"/>
                    <a:pt x="17049" y="14131"/>
                  </a:cubicBezTo>
                  <a:cubicBezTo>
                    <a:pt x="18003" y="14131"/>
                    <a:pt x="18961" y="14191"/>
                    <a:pt x="19899" y="14277"/>
                  </a:cubicBezTo>
                  <a:cubicBezTo>
                    <a:pt x="21687" y="14439"/>
                    <a:pt x="23509" y="14659"/>
                    <a:pt x="25305" y="14659"/>
                  </a:cubicBezTo>
                  <a:cubicBezTo>
                    <a:pt x="26707" y="14659"/>
                    <a:pt x="28094" y="14525"/>
                    <a:pt x="29437" y="14124"/>
                  </a:cubicBezTo>
                  <a:cubicBezTo>
                    <a:pt x="34662" y="12601"/>
                    <a:pt x="37923" y="7588"/>
                    <a:pt x="41915" y="3901"/>
                  </a:cubicBezTo>
                  <a:cubicBezTo>
                    <a:pt x="43530" y="2393"/>
                    <a:pt x="45328" y="1097"/>
                    <a:pt x="47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1"/>
            <p:cNvSpPr/>
            <p:nvPr/>
          </p:nvSpPr>
          <p:spPr>
            <a:xfrm>
              <a:off x="6292064" y="-173252"/>
              <a:ext cx="3222487" cy="1090757"/>
            </a:xfrm>
            <a:custGeom>
              <a:avLst/>
              <a:gdLst/>
              <a:ahLst/>
              <a:cxnLst/>
              <a:rect l="l" t="t" r="r" b="b"/>
              <a:pathLst>
                <a:path w="241430" h="98711" extrusionOk="0">
                  <a:moveTo>
                    <a:pt x="0" y="0"/>
                  </a:moveTo>
                  <a:cubicBezTo>
                    <a:pt x="6943" y="4020"/>
                    <a:pt x="14396" y="7360"/>
                    <a:pt x="20605" y="12441"/>
                  </a:cubicBezTo>
                  <a:cubicBezTo>
                    <a:pt x="38620" y="27182"/>
                    <a:pt x="53969" y="47158"/>
                    <a:pt x="75811" y="55206"/>
                  </a:cubicBezTo>
                  <a:cubicBezTo>
                    <a:pt x="92613" y="61397"/>
                    <a:pt x="111212" y="63480"/>
                    <a:pt x="129073" y="62204"/>
                  </a:cubicBezTo>
                  <a:cubicBezTo>
                    <a:pt x="138155" y="61555"/>
                    <a:pt x="147416" y="57824"/>
                    <a:pt x="156288" y="59871"/>
                  </a:cubicBezTo>
                  <a:cubicBezTo>
                    <a:pt x="174888" y="64162"/>
                    <a:pt x="186896" y="82818"/>
                    <a:pt x="203330" y="92529"/>
                  </a:cubicBezTo>
                  <a:cubicBezTo>
                    <a:pt x="214269" y="98993"/>
                    <a:pt x="235748" y="102727"/>
                    <a:pt x="241430" y="91362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8" name="Google Shape;728;p31"/>
          <p:cNvSpPr/>
          <p:nvPr/>
        </p:nvSpPr>
        <p:spPr>
          <a:xfrm flipH="1">
            <a:off x="5079706" y="4680340"/>
            <a:ext cx="1866976" cy="750288"/>
          </a:xfrm>
          <a:custGeom>
            <a:avLst/>
            <a:gdLst/>
            <a:ahLst/>
            <a:cxnLst/>
            <a:rect l="l" t="t" r="r" b="b"/>
            <a:pathLst>
              <a:path w="57441" h="23084" extrusionOk="0">
                <a:moveTo>
                  <a:pt x="28720" y="1"/>
                </a:moveTo>
                <a:cubicBezTo>
                  <a:pt x="14673" y="1"/>
                  <a:pt x="2895" y="9904"/>
                  <a:pt x="1" y="23083"/>
                </a:cubicBezTo>
                <a:lnTo>
                  <a:pt x="199" y="23083"/>
                </a:lnTo>
                <a:cubicBezTo>
                  <a:pt x="3094" y="9996"/>
                  <a:pt x="14779" y="199"/>
                  <a:pt x="28720" y="199"/>
                </a:cubicBezTo>
                <a:cubicBezTo>
                  <a:pt x="42661" y="199"/>
                  <a:pt x="54362" y="9996"/>
                  <a:pt x="57257" y="23083"/>
                </a:cubicBezTo>
                <a:lnTo>
                  <a:pt x="57440" y="23083"/>
                </a:lnTo>
                <a:cubicBezTo>
                  <a:pt x="54545" y="9889"/>
                  <a:pt x="42753" y="1"/>
                  <a:pt x="28720" y="1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523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1"/>
          <p:cNvSpPr/>
          <p:nvPr/>
        </p:nvSpPr>
        <p:spPr>
          <a:xfrm rot="10800000" flipH="1">
            <a:off x="965174" y="-180126"/>
            <a:ext cx="487809" cy="487809"/>
          </a:xfrm>
          <a:custGeom>
            <a:avLst/>
            <a:gdLst/>
            <a:ahLst/>
            <a:cxnLst/>
            <a:rect l="l" t="t" r="r" b="b"/>
            <a:pathLst>
              <a:path w="23845" h="23845" extrusionOk="0">
                <a:moveTo>
                  <a:pt x="11930" y="1"/>
                </a:moveTo>
                <a:cubicBezTo>
                  <a:pt x="5348" y="1"/>
                  <a:pt x="0" y="5348"/>
                  <a:pt x="0" y="11930"/>
                </a:cubicBezTo>
                <a:cubicBezTo>
                  <a:pt x="0" y="18512"/>
                  <a:pt x="5348" y="23845"/>
                  <a:pt x="11930" y="23845"/>
                </a:cubicBezTo>
                <a:cubicBezTo>
                  <a:pt x="18512" y="23845"/>
                  <a:pt x="23844" y="18512"/>
                  <a:pt x="23844" y="11930"/>
                </a:cubicBezTo>
                <a:cubicBezTo>
                  <a:pt x="23844" y="5348"/>
                  <a:pt x="18512" y="1"/>
                  <a:pt x="11930" y="1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0" name="Google Shape;730;p31"/>
          <p:cNvGrpSpPr/>
          <p:nvPr/>
        </p:nvGrpSpPr>
        <p:grpSpPr>
          <a:xfrm>
            <a:off x="8532330" y="1017736"/>
            <a:ext cx="486751" cy="446633"/>
            <a:chOff x="608230" y="2788799"/>
            <a:chExt cx="486751" cy="446633"/>
          </a:xfrm>
        </p:grpSpPr>
        <p:sp>
          <p:nvSpPr>
            <p:cNvPr id="731" name="Google Shape;731;p31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1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" name="Google Shape;733;p31"/>
          <p:cNvGrpSpPr/>
          <p:nvPr/>
        </p:nvGrpSpPr>
        <p:grpSpPr>
          <a:xfrm rot="5400000">
            <a:off x="2333515" y="4730922"/>
            <a:ext cx="207942" cy="264647"/>
            <a:chOff x="3467806" y="-877553"/>
            <a:chExt cx="207942" cy="264647"/>
          </a:xfrm>
        </p:grpSpPr>
        <p:sp>
          <p:nvSpPr>
            <p:cNvPr id="734" name="Google Shape;734;p31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1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31"/>
          <p:cNvGrpSpPr/>
          <p:nvPr/>
        </p:nvGrpSpPr>
        <p:grpSpPr>
          <a:xfrm rot="900215">
            <a:off x="6495024" y="4661035"/>
            <a:ext cx="507445" cy="507445"/>
            <a:chOff x="49750" y="1914525"/>
            <a:chExt cx="910375" cy="910375"/>
          </a:xfrm>
        </p:grpSpPr>
        <p:sp>
          <p:nvSpPr>
            <p:cNvPr id="737" name="Google Shape;737;p31"/>
            <p:cNvSpPr/>
            <p:nvPr/>
          </p:nvSpPr>
          <p:spPr>
            <a:xfrm>
              <a:off x="206700" y="2071450"/>
              <a:ext cx="596125" cy="59612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1"/>
            <p:cNvSpPr/>
            <p:nvPr/>
          </p:nvSpPr>
          <p:spPr>
            <a:xfrm>
              <a:off x="49750" y="1914525"/>
              <a:ext cx="910375" cy="910375"/>
            </a:xfrm>
            <a:custGeom>
              <a:avLst/>
              <a:gdLst/>
              <a:ahLst/>
              <a:cxnLst/>
              <a:rect l="l" t="t" r="r" b="b"/>
              <a:pathLst>
                <a:path w="36415" h="36415" fill="none" extrusionOk="0">
                  <a:moveTo>
                    <a:pt x="36415" y="18207"/>
                  </a:moveTo>
                  <a:cubicBezTo>
                    <a:pt x="36415" y="28263"/>
                    <a:pt x="28264" y="36414"/>
                    <a:pt x="18208" y="36414"/>
                  </a:cubicBezTo>
                  <a:cubicBezTo>
                    <a:pt x="8152" y="36414"/>
                    <a:pt x="1" y="28263"/>
                    <a:pt x="1" y="18207"/>
                  </a:cubicBezTo>
                  <a:cubicBezTo>
                    <a:pt x="1" y="8152"/>
                    <a:pt x="8152" y="0"/>
                    <a:pt x="18208" y="0"/>
                  </a:cubicBezTo>
                  <a:cubicBezTo>
                    <a:pt x="28264" y="0"/>
                    <a:pt x="36415" y="8152"/>
                    <a:pt x="36415" y="1820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9" name="Google Shape;739;p31"/>
          <p:cNvGrpSpPr/>
          <p:nvPr/>
        </p:nvGrpSpPr>
        <p:grpSpPr>
          <a:xfrm>
            <a:off x="-358520" y="2571746"/>
            <a:ext cx="862937" cy="1106197"/>
            <a:chOff x="380155" y="151246"/>
            <a:chExt cx="862937" cy="1106197"/>
          </a:xfrm>
        </p:grpSpPr>
        <p:grpSp>
          <p:nvGrpSpPr>
            <p:cNvPr id="740" name="Google Shape;740;p31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741" name="Google Shape;741;p31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1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1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1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1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1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1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1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1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1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1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1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1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1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1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1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1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1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1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1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1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1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1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1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1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1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1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1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9" name="Google Shape;769;p31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1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1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1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1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1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1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1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1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1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1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1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1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1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1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1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1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1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1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1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1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1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1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1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1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1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1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3"/>
          <p:cNvSpPr txBox="1">
            <a:spLocks noGrp="1"/>
          </p:cNvSpPr>
          <p:nvPr>
            <p:ph type="title" hasCustomPrompt="1"/>
          </p:nvPr>
        </p:nvSpPr>
        <p:spPr>
          <a:xfrm>
            <a:off x="1336573" y="1352700"/>
            <a:ext cx="9273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8" name="Google Shape;878;p33"/>
          <p:cNvSpPr txBox="1">
            <a:spLocks noGrp="1"/>
          </p:cNvSpPr>
          <p:nvPr>
            <p:ph type="subTitle" idx="1"/>
          </p:nvPr>
        </p:nvSpPr>
        <p:spPr>
          <a:xfrm>
            <a:off x="713623" y="3932600"/>
            <a:ext cx="2173200" cy="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79" name="Google Shape;879;p33"/>
          <p:cNvSpPr txBox="1">
            <a:spLocks noGrp="1"/>
          </p:cNvSpPr>
          <p:nvPr>
            <p:ph type="subTitle" idx="2"/>
          </p:nvPr>
        </p:nvSpPr>
        <p:spPr>
          <a:xfrm>
            <a:off x="713623" y="3559850"/>
            <a:ext cx="2173200" cy="3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880" name="Google Shape;880;p33"/>
          <p:cNvSpPr txBox="1">
            <a:spLocks noGrp="1"/>
          </p:cNvSpPr>
          <p:nvPr>
            <p:ph type="title" idx="3" hasCustomPrompt="1"/>
          </p:nvPr>
        </p:nvSpPr>
        <p:spPr>
          <a:xfrm>
            <a:off x="4108598" y="1352700"/>
            <a:ext cx="9273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1" name="Google Shape;881;p33"/>
          <p:cNvSpPr txBox="1">
            <a:spLocks noGrp="1"/>
          </p:cNvSpPr>
          <p:nvPr>
            <p:ph type="subTitle" idx="4"/>
          </p:nvPr>
        </p:nvSpPr>
        <p:spPr>
          <a:xfrm>
            <a:off x="3485648" y="3932600"/>
            <a:ext cx="2173200" cy="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82" name="Google Shape;882;p33"/>
          <p:cNvSpPr txBox="1">
            <a:spLocks noGrp="1"/>
          </p:cNvSpPr>
          <p:nvPr>
            <p:ph type="subTitle" idx="5"/>
          </p:nvPr>
        </p:nvSpPr>
        <p:spPr>
          <a:xfrm>
            <a:off x="3485648" y="3559850"/>
            <a:ext cx="2173200" cy="3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883" name="Google Shape;883;p33"/>
          <p:cNvSpPr txBox="1">
            <a:spLocks noGrp="1"/>
          </p:cNvSpPr>
          <p:nvPr>
            <p:ph type="title" idx="6" hasCustomPrompt="1"/>
          </p:nvPr>
        </p:nvSpPr>
        <p:spPr>
          <a:xfrm>
            <a:off x="6880623" y="1352700"/>
            <a:ext cx="927300" cy="572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4" name="Google Shape;884;p33"/>
          <p:cNvSpPr txBox="1">
            <a:spLocks noGrp="1"/>
          </p:cNvSpPr>
          <p:nvPr>
            <p:ph type="subTitle" idx="7"/>
          </p:nvPr>
        </p:nvSpPr>
        <p:spPr>
          <a:xfrm>
            <a:off x="6257673" y="3932600"/>
            <a:ext cx="2173200" cy="6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885" name="Google Shape;885;p33"/>
          <p:cNvSpPr txBox="1">
            <a:spLocks noGrp="1"/>
          </p:cNvSpPr>
          <p:nvPr>
            <p:ph type="subTitle" idx="8"/>
          </p:nvPr>
        </p:nvSpPr>
        <p:spPr>
          <a:xfrm>
            <a:off x="6257673" y="3559850"/>
            <a:ext cx="2173200" cy="38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0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886" name="Google Shape;886;p33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87" name="Google Shape;887;p33"/>
          <p:cNvSpPr/>
          <p:nvPr/>
        </p:nvSpPr>
        <p:spPr>
          <a:xfrm flipH="1">
            <a:off x="15" y="3003390"/>
            <a:ext cx="798535" cy="2140150"/>
          </a:xfrm>
          <a:custGeom>
            <a:avLst/>
            <a:gdLst/>
            <a:ahLst/>
            <a:cxnLst/>
            <a:rect l="l" t="t" r="r" b="b"/>
            <a:pathLst>
              <a:path w="31935" h="20234" extrusionOk="0">
                <a:moveTo>
                  <a:pt x="31920" y="0"/>
                </a:moveTo>
                <a:lnTo>
                  <a:pt x="31920" y="19"/>
                </a:lnTo>
                <a:lnTo>
                  <a:pt x="31920" y="19"/>
                </a:lnTo>
                <a:cubicBezTo>
                  <a:pt x="31925" y="13"/>
                  <a:pt x="31930" y="6"/>
                  <a:pt x="31935" y="0"/>
                </a:cubicBezTo>
                <a:close/>
                <a:moveTo>
                  <a:pt x="31920" y="19"/>
                </a:moveTo>
                <a:cubicBezTo>
                  <a:pt x="31559" y="454"/>
                  <a:pt x="31182" y="874"/>
                  <a:pt x="30746" y="1265"/>
                </a:cubicBezTo>
                <a:cubicBezTo>
                  <a:pt x="28263" y="3459"/>
                  <a:pt x="24804" y="4068"/>
                  <a:pt x="21514" y="4373"/>
                </a:cubicBezTo>
                <a:cubicBezTo>
                  <a:pt x="18223" y="4678"/>
                  <a:pt x="14810" y="4784"/>
                  <a:pt x="11854" y="6247"/>
                </a:cubicBezTo>
                <a:cubicBezTo>
                  <a:pt x="6826" y="8746"/>
                  <a:pt x="4419" y="14429"/>
                  <a:pt x="1052" y="18923"/>
                </a:cubicBezTo>
                <a:cubicBezTo>
                  <a:pt x="716" y="19350"/>
                  <a:pt x="366" y="19792"/>
                  <a:pt x="0" y="20234"/>
                </a:cubicBezTo>
                <a:lnTo>
                  <a:pt x="31920" y="20234"/>
                </a:lnTo>
                <a:lnTo>
                  <a:pt x="31920" y="1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33"/>
          <p:cNvSpPr/>
          <p:nvPr/>
        </p:nvSpPr>
        <p:spPr>
          <a:xfrm rot="-5400000">
            <a:off x="-949132" y="3566084"/>
            <a:ext cx="2526611" cy="628318"/>
          </a:xfrm>
          <a:custGeom>
            <a:avLst/>
            <a:gdLst/>
            <a:ahLst/>
            <a:cxnLst/>
            <a:rect l="l" t="t" r="r" b="b"/>
            <a:pathLst>
              <a:path w="49975" h="20252" extrusionOk="0">
                <a:moveTo>
                  <a:pt x="1" y="0"/>
                </a:moveTo>
                <a:lnTo>
                  <a:pt x="1" y="15"/>
                </a:lnTo>
                <a:lnTo>
                  <a:pt x="1" y="20020"/>
                </a:lnTo>
                <a:cubicBezTo>
                  <a:pt x="1050" y="20177"/>
                  <a:pt x="2117" y="20251"/>
                  <a:pt x="3187" y="20251"/>
                </a:cubicBezTo>
                <a:cubicBezTo>
                  <a:pt x="4928" y="20251"/>
                  <a:pt x="6676" y="20053"/>
                  <a:pt x="8365" y="19685"/>
                </a:cubicBezTo>
                <a:cubicBezTo>
                  <a:pt x="12966" y="18695"/>
                  <a:pt x="17278" y="16561"/>
                  <a:pt x="21240" y="13987"/>
                </a:cubicBezTo>
                <a:cubicBezTo>
                  <a:pt x="26740" y="10406"/>
                  <a:pt x="31844" y="5912"/>
                  <a:pt x="38151" y="4022"/>
                </a:cubicBezTo>
                <a:cubicBezTo>
                  <a:pt x="41229" y="3108"/>
                  <a:pt x="44505" y="2849"/>
                  <a:pt x="47461" y="1554"/>
                </a:cubicBezTo>
                <a:cubicBezTo>
                  <a:pt x="48329" y="1173"/>
                  <a:pt x="49213" y="640"/>
                  <a:pt x="4997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9" name="Google Shape;889;p33"/>
          <p:cNvPicPr preferRelativeResize="0"/>
          <p:nvPr/>
        </p:nvPicPr>
        <p:blipFill rotWithShape="1">
          <a:blip r:embed="rId2">
            <a:alphaModFix/>
          </a:blip>
          <a:srcRect l="4357" t="67581" r="15680" b="8964"/>
          <a:stretch/>
        </p:blipFill>
        <p:spPr>
          <a:xfrm rot="-5400000">
            <a:off x="-1368694" y="893599"/>
            <a:ext cx="3603300" cy="962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0" name="Google Shape;890;p33"/>
          <p:cNvGrpSpPr/>
          <p:nvPr/>
        </p:nvGrpSpPr>
        <p:grpSpPr>
          <a:xfrm rot="6299960">
            <a:off x="1060646" y="112645"/>
            <a:ext cx="207936" cy="264639"/>
            <a:chOff x="3467806" y="-877553"/>
            <a:chExt cx="207942" cy="264647"/>
          </a:xfrm>
        </p:grpSpPr>
        <p:sp>
          <p:nvSpPr>
            <p:cNvPr id="891" name="Google Shape;891;p33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33"/>
          <p:cNvGrpSpPr/>
          <p:nvPr/>
        </p:nvGrpSpPr>
        <p:grpSpPr>
          <a:xfrm>
            <a:off x="5482380" y="4603999"/>
            <a:ext cx="486751" cy="446633"/>
            <a:chOff x="608230" y="2788799"/>
            <a:chExt cx="486751" cy="446633"/>
          </a:xfrm>
        </p:grpSpPr>
        <p:sp>
          <p:nvSpPr>
            <p:cNvPr id="894" name="Google Shape;894;p33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3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" name="Google Shape;896;p33"/>
          <p:cNvGrpSpPr/>
          <p:nvPr/>
        </p:nvGrpSpPr>
        <p:grpSpPr>
          <a:xfrm>
            <a:off x="8424015" y="2204070"/>
            <a:ext cx="1192716" cy="2374898"/>
            <a:chOff x="8424015" y="2204070"/>
            <a:chExt cx="1192716" cy="2374898"/>
          </a:xfrm>
        </p:grpSpPr>
        <p:sp>
          <p:nvSpPr>
            <p:cNvPr id="897" name="Google Shape;897;p33"/>
            <p:cNvSpPr/>
            <p:nvPr/>
          </p:nvSpPr>
          <p:spPr>
            <a:xfrm rot="-5400000" flipH="1">
              <a:off x="7952078" y="2914315"/>
              <a:ext cx="2374898" cy="954408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3"/>
            <p:cNvSpPr/>
            <p:nvPr/>
          </p:nvSpPr>
          <p:spPr>
            <a:xfrm rot="8463900">
              <a:off x="8510250" y="3349188"/>
              <a:ext cx="424490" cy="424537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4"/>
          <p:cNvSpPr txBox="1">
            <a:spLocks noGrp="1"/>
          </p:cNvSpPr>
          <p:nvPr>
            <p:ph type="title"/>
          </p:nvPr>
        </p:nvSpPr>
        <p:spPr>
          <a:xfrm>
            <a:off x="2347938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34"/>
          <p:cNvSpPr txBox="1">
            <a:spLocks noGrp="1"/>
          </p:cNvSpPr>
          <p:nvPr>
            <p:ph type="subTitle" idx="1"/>
          </p:nvPr>
        </p:nvSpPr>
        <p:spPr>
          <a:xfrm>
            <a:off x="2347900" y="17034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34"/>
          <p:cNvSpPr txBox="1"/>
          <p:nvPr/>
        </p:nvSpPr>
        <p:spPr>
          <a:xfrm>
            <a:off x="2347900" y="34836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03" name="Google Shape;903;p34"/>
          <p:cNvGrpSpPr/>
          <p:nvPr/>
        </p:nvGrpSpPr>
        <p:grpSpPr>
          <a:xfrm rot="-5400000" flipH="1">
            <a:off x="2967134" y="-372702"/>
            <a:ext cx="675950" cy="937988"/>
            <a:chOff x="417825" y="3072538"/>
            <a:chExt cx="675950" cy="937988"/>
          </a:xfrm>
        </p:grpSpPr>
        <p:sp>
          <p:nvSpPr>
            <p:cNvPr id="904" name="Google Shape;904;p34"/>
            <p:cNvSpPr/>
            <p:nvPr/>
          </p:nvSpPr>
          <p:spPr>
            <a:xfrm>
              <a:off x="417825" y="3420100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502975" y="3072538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noFill/>
        <a:effectLst/>
      </p:bgPr>
    </p:bg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/>
          <p:nvPr/>
        </p:nvSpPr>
        <p:spPr>
          <a:xfrm>
            <a:off x="169050" y="146700"/>
            <a:ext cx="8805900" cy="4850100"/>
          </a:xfrm>
          <a:prstGeom prst="round2DiagRect">
            <a:avLst>
              <a:gd name="adj1" fmla="val 0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8" name="Google Shape;908;p35"/>
          <p:cNvGrpSpPr/>
          <p:nvPr/>
        </p:nvGrpSpPr>
        <p:grpSpPr>
          <a:xfrm>
            <a:off x="4634125" y="0"/>
            <a:ext cx="4509875" cy="557000"/>
            <a:chOff x="0" y="2106125"/>
            <a:chExt cx="4509875" cy="557000"/>
          </a:xfrm>
        </p:grpSpPr>
        <p:sp>
          <p:nvSpPr>
            <p:cNvPr id="909" name="Google Shape;909;p35"/>
            <p:cNvSpPr/>
            <p:nvPr/>
          </p:nvSpPr>
          <p:spPr>
            <a:xfrm flipH="1">
              <a:off x="0" y="2106125"/>
              <a:ext cx="4509868" cy="557000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5"/>
            <p:cNvSpPr/>
            <p:nvPr/>
          </p:nvSpPr>
          <p:spPr>
            <a:xfrm flipH="1">
              <a:off x="11763" y="2106125"/>
              <a:ext cx="4498112" cy="450843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1" name="Google Shape;911;p35"/>
          <p:cNvGrpSpPr/>
          <p:nvPr/>
        </p:nvGrpSpPr>
        <p:grpSpPr>
          <a:xfrm rot="10800000">
            <a:off x="0" y="4604000"/>
            <a:ext cx="4509875" cy="557000"/>
            <a:chOff x="0" y="2106125"/>
            <a:chExt cx="4509875" cy="557000"/>
          </a:xfrm>
        </p:grpSpPr>
        <p:sp>
          <p:nvSpPr>
            <p:cNvPr id="912" name="Google Shape;912;p35"/>
            <p:cNvSpPr/>
            <p:nvPr/>
          </p:nvSpPr>
          <p:spPr>
            <a:xfrm flipH="1">
              <a:off x="0" y="2106125"/>
              <a:ext cx="4509868" cy="557000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 flipH="1">
              <a:off x="11763" y="2106125"/>
              <a:ext cx="4498112" cy="450843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accent2"/>
        </a:solidFill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36"/>
          <p:cNvSpPr/>
          <p:nvPr/>
        </p:nvSpPr>
        <p:spPr>
          <a:xfrm>
            <a:off x="169050" y="146700"/>
            <a:ext cx="8805900" cy="4850100"/>
          </a:xfrm>
          <a:prstGeom prst="round2DiagRect">
            <a:avLst>
              <a:gd name="adj1" fmla="val 15151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Rajdhani"/>
              <a:buNone/>
              <a:defRPr sz="3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72" r:id="rId6"/>
    <p:sldLayoutId id="2147483673" r:id="rId7"/>
    <p:sldLayoutId id="2147483674" r:id="rId8"/>
    <p:sldLayoutId id="2147483675" r:id="rId9"/>
    <p:sldLayoutId id="2147483677" r:id="rId10"/>
    <p:sldLayoutId id="2147483679" r:id="rId11"/>
    <p:sldLayoutId id="2147483680" r:id="rId12"/>
    <p:sldLayoutId id="2147483681" r:id="rId13"/>
    <p:sldLayoutId id="214748368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oogle Shape;926;p40"/>
          <p:cNvGrpSpPr/>
          <p:nvPr/>
        </p:nvGrpSpPr>
        <p:grpSpPr>
          <a:xfrm>
            <a:off x="380155" y="151246"/>
            <a:ext cx="862937" cy="1106197"/>
            <a:chOff x="380155" y="151246"/>
            <a:chExt cx="862937" cy="1106197"/>
          </a:xfrm>
        </p:grpSpPr>
        <p:grpSp>
          <p:nvGrpSpPr>
            <p:cNvPr id="927" name="Google Shape;927;p40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928" name="Google Shape;928;p40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0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0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0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0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0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0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0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0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0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0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0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0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0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0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0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0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6" name="Google Shape;956;p40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0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0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0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0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0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0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0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0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0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0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0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0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0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0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0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0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0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0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0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0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0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0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0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0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0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0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0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4" name="Google Shape;984;p40"/>
          <p:cNvSpPr txBox="1">
            <a:spLocks noGrp="1"/>
          </p:cNvSpPr>
          <p:nvPr>
            <p:ph type="ctrTitle"/>
          </p:nvPr>
        </p:nvSpPr>
        <p:spPr>
          <a:xfrm>
            <a:off x="2142575" y="1218075"/>
            <a:ext cx="5170800" cy="22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/>
              <a:t>Simulácia</a:t>
            </a:r>
            <a:r>
              <a:rPr lang="en-US" sz="4800" dirty="0"/>
              <a:t> </a:t>
            </a:r>
            <a:br>
              <a:rPr lang="sk-SK" sz="4800" dirty="0"/>
            </a:br>
            <a:r>
              <a:rPr lang="sk-SK" sz="5400" dirty="0">
                <a:solidFill>
                  <a:schemeClr val="accent2"/>
                </a:solidFill>
              </a:rPr>
              <a:t>S</a:t>
            </a:r>
            <a:r>
              <a:rPr lang="en-US" sz="5400" dirty="0" err="1">
                <a:solidFill>
                  <a:schemeClr val="accent2"/>
                </a:solidFill>
              </a:rPr>
              <a:t>treľby</a:t>
            </a:r>
            <a:r>
              <a:rPr lang="en-US" sz="5400" dirty="0">
                <a:solidFill>
                  <a:schemeClr val="accent2"/>
                </a:solidFill>
              </a:rPr>
              <a:t> </a:t>
            </a:r>
            <a:r>
              <a:rPr lang="en-US" sz="5400" dirty="0" err="1">
                <a:solidFill>
                  <a:schemeClr val="accent2"/>
                </a:solidFill>
              </a:rPr>
              <a:t>na</a:t>
            </a:r>
            <a:r>
              <a:rPr lang="en-US" sz="5400" dirty="0">
                <a:solidFill>
                  <a:schemeClr val="accent2"/>
                </a:solidFill>
              </a:rPr>
              <a:t> </a:t>
            </a:r>
            <a:r>
              <a:rPr lang="en-US" sz="5400" dirty="0" err="1">
                <a:solidFill>
                  <a:schemeClr val="accent2"/>
                </a:solidFill>
              </a:rPr>
              <a:t>terč</a:t>
            </a:r>
            <a:endParaRPr sz="6600" dirty="0">
              <a:solidFill>
                <a:schemeClr val="accent2"/>
              </a:solidFill>
            </a:endParaRPr>
          </a:p>
        </p:txBody>
      </p:sp>
      <p:sp>
        <p:nvSpPr>
          <p:cNvPr id="985" name="Google Shape;985;p40"/>
          <p:cNvSpPr txBox="1">
            <a:spLocks noGrp="1"/>
          </p:cNvSpPr>
          <p:nvPr>
            <p:ph type="subTitle" idx="1"/>
          </p:nvPr>
        </p:nvSpPr>
        <p:spPr>
          <a:xfrm>
            <a:off x="2142575" y="3522475"/>
            <a:ext cx="5170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Dávid Babjarčík IV.SB 2024/2025</a:t>
            </a:r>
          </a:p>
        </p:txBody>
      </p:sp>
      <p:grpSp>
        <p:nvGrpSpPr>
          <p:cNvPr id="986" name="Google Shape;986;p40"/>
          <p:cNvGrpSpPr/>
          <p:nvPr/>
        </p:nvGrpSpPr>
        <p:grpSpPr>
          <a:xfrm>
            <a:off x="5140133" y="3353150"/>
            <a:ext cx="4325062" cy="2152148"/>
            <a:chOff x="4879134" y="3235425"/>
            <a:chExt cx="4325062" cy="2152148"/>
          </a:xfrm>
        </p:grpSpPr>
        <p:sp>
          <p:nvSpPr>
            <p:cNvPr id="987" name="Google Shape;987;p40"/>
            <p:cNvSpPr/>
            <p:nvPr/>
          </p:nvSpPr>
          <p:spPr>
            <a:xfrm>
              <a:off x="5063801" y="3235425"/>
              <a:ext cx="4080204" cy="1908105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0"/>
            <p:cNvSpPr/>
            <p:nvPr/>
          </p:nvSpPr>
          <p:spPr>
            <a:xfrm rot="10800000">
              <a:off x="5549854" y="3897482"/>
              <a:ext cx="3605821" cy="1273243"/>
            </a:xfrm>
            <a:custGeom>
              <a:avLst/>
              <a:gdLst/>
              <a:ahLst/>
              <a:cxnLst/>
              <a:rect l="l" t="t" r="r" b="b"/>
              <a:pathLst>
                <a:path w="49975" h="20252" extrusionOk="0">
                  <a:moveTo>
                    <a:pt x="1" y="0"/>
                  </a:moveTo>
                  <a:lnTo>
                    <a:pt x="1" y="15"/>
                  </a:lnTo>
                  <a:lnTo>
                    <a:pt x="1" y="20020"/>
                  </a:lnTo>
                  <a:cubicBezTo>
                    <a:pt x="1050" y="20177"/>
                    <a:pt x="2117" y="20251"/>
                    <a:pt x="3187" y="20251"/>
                  </a:cubicBezTo>
                  <a:cubicBezTo>
                    <a:pt x="4928" y="20251"/>
                    <a:pt x="6676" y="20053"/>
                    <a:pt x="8365" y="19685"/>
                  </a:cubicBezTo>
                  <a:cubicBezTo>
                    <a:pt x="12966" y="18695"/>
                    <a:pt x="17278" y="16561"/>
                    <a:pt x="21240" y="13987"/>
                  </a:cubicBezTo>
                  <a:cubicBezTo>
                    <a:pt x="26740" y="10406"/>
                    <a:pt x="31844" y="5912"/>
                    <a:pt x="38151" y="4022"/>
                  </a:cubicBezTo>
                  <a:cubicBezTo>
                    <a:pt x="41229" y="3108"/>
                    <a:pt x="44505" y="2849"/>
                    <a:pt x="47461" y="1554"/>
                  </a:cubicBezTo>
                  <a:cubicBezTo>
                    <a:pt x="48329" y="1173"/>
                    <a:pt x="49213" y="640"/>
                    <a:pt x="4997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0"/>
            <p:cNvSpPr/>
            <p:nvPr/>
          </p:nvSpPr>
          <p:spPr>
            <a:xfrm rot="10800000">
              <a:off x="4879133" y="4167435"/>
              <a:ext cx="4264867" cy="997715"/>
            </a:xfrm>
            <a:custGeom>
              <a:avLst/>
              <a:gdLst/>
              <a:ahLst/>
              <a:cxnLst/>
              <a:rect l="l" t="t" r="r" b="b"/>
              <a:pathLst>
                <a:path w="49975" h="20252" extrusionOk="0">
                  <a:moveTo>
                    <a:pt x="1" y="0"/>
                  </a:moveTo>
                  <a:lnTo>
                    <a:pt x="1" y="15"/>
                  </a:lnTo>
                  <a:lnTo>
                    <a:pt x="1" y="20020"/>
                  </a:lnTo>
                  <a:cubicBezTo>
                    <a:pt x="1050" y="20177"/>
                    <a:pt x="2117" y="20251"/>
                    <a:pt x="3187" y="20251"/>
                  </a:cubicBezTo>
                  <a:cubicBezTo>
                    <a:pt x="4928" y="20251"/>
                    <a:pt x="6676" y="20053"/>
                    <a:pt x="8365" y="19685"/>
                  </a:cubicBezTo>
                  <a:cubicBezTo>
                    <a:pt x="12966" y="18695"/>
                    <a:pt x="17278" y="16561"/>
                    <a:pt x="21240" y="13987"/>
                  </a:cubicBezTo>
                  <a:cubicBezTo>
                    <a:pt x="26740" y="10406"/>
                    <a:pt x="31844" y="5912"/>
                    <a:pt x="38151" y="4022"/>
                  </a:cubicBezTo>
                  <a:cubicBezTo>
                    <a:pt x="41229" y="3108"/>
                    <a:pt x="44505" y="2849"/>
                    <a:pt x="47461" y="1554"/>
                  </a:cubicBezTo>
                  <a:cubicBezTo>
                    <a:pt x="48329" y="1173"/>
                    <a:pt x="49213" y="640"/>
                    <a:pt x="49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0"/>
            <p:cNvSpPr/>
            <p:nvPr/>
          </p:nvSpPr>
          <p:spPr>
            <a:xfrm>
              <a:off x="5656700" y="3567025"/>
              <a:ext cx="3547495" cy="1820548"/>
            </a:xfrm>
            <a:custGeom>
              <a:avLst/>
              <a:gdLst/>
              <a:ahLst/>
              <a:cxnLst/>
              <a:rect l="l" t="t" r="r" b="b"/>
              <a:pathLst>
                <a:path w="86298" h="57699" extrusionOk="0">
                  <a:moveTo>
                    <a:pt x="86282" y="0"/>
                  </a:moveTo>
                  <a:cubicBezTo>
                    <a:pt x="85398" y="610"/>
                    <a:pt x="84530" y="1234"/>
                    <a:pt x="83692" y="1905"/>
                  </a:cubicBezTo>
                  <a:cubicBezTo>
                    <a:pt x="80066" y="4693"/>
                    <a:pt x="76622" y="7755"/>
                    <a:pt x="72509" y="9858"/>
                  </a:cubicBezTo>
                  <a:cubicBezTo>
                    <a:pt x="63809" y="14292"/>
                    <a:pt x="53784" y="14657"/>
                    <a:pt x="44383" y="16516"/>
                  </a:cubicBezTo>
                  <a:cubicBezTo>
                    <a:pt x="39736" y="17430"/>
                    <a:pt x="35120" y="18725"/>
                    <a:pt x="30930" y="20980"/>
                  </a:cubicBezTo>
                  <a:cubicBezTo>
                    <a:pt x="26664" y="23265"/>
                    <a:pt x="22962" y="26465"/>
                    <a:pt x="19701" y="30030"/>
                  </a:cubicBezTo>
                  <a:cubicBezTo>
                    <a:pt x="12677" y="37740"/>
                    <a:pt x="7847" y="47064"/>
                    <a:pt x="1723" y="55444"/>
                  </a:cubicBezTo>
                  <a:cubicBezTo>
                    <a:pt x="1174" y="56206"/>
                    <a:pt x="595" y="56952"/>
                    <a:pt x="1" y="57699"/>
                  </a:cubicBezTo>
                  <a:lnTo>
                    <a:pt x="610" y="57699"/>
                  </a:lnTo>
                  <a:cubicBezTo>
                    <a:pt x="6522" y="50096"/>
                    <a:pt x="11017" y="41488"/>
                    <a:pt x="16989" y="33946"/>
                  </a:cubicBezTo>
                  <a:cubicBezTo>
                    <a:pt x="20082" y="30061"/>
                    <a:pt x="23571" y="26419"/>
                    <a:pt x="27639" y="23570"/>
                  </a:cubicBezTo>
                  <a:cubicBezTo>
                    <a:pt x="31661" y="20767"/>
                    <a:pt x="36171" y="18954"/>
                    <a:pt x="40894" y="17781"/>
                  </a:cubicBezTo>
                  <a:cubicBezTo>
                    <a:pt x="50280" y="15434"/>
                    <a:pt x="60183" y="15297"/>
                    <a:pt x="69294" y="11793"/>
                  </a:cubicBezTo>
                  <a:cubicBezTo>
                    <a:pt x="71442" y="10955"/>
                    <a:pt x="73514" y="9949"/>
                    <a:pt x="75480" y="8700"/>
                  </a:cubicBezTo>
                  <a:cubicBezTo>
                    <a:pt x="77369" y="7496"/>
                    <a:pt x="79121" y="6125"/>
                    <a:pt x="80873" y="4739"/>
                  </a:cubicBezTo>
                  <a:cubicBezTo>
                    <a:pt x="82641" y="3322"/>
                    <a:pt x="84408" y="1859"/>
                    <a:pt x="86297" y="549"/>
                  </a:cubicBezTo>
                  <a:lnTo>
                    <a:pt x="862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1" name="Google Shape;991;p40"/>
          <p:cNvGrpSpPr/>
          <p:nvPr/>
        </p:nvGrpSpPr>
        <p:grpSpPr>
          <a:xfrm rot="899960">
            <a:off x="158075" y="4499263"/>
            <a:ext cx="2392438" cy="981865"/>
            <a:chOff x="239863" y="4161621"/>
            <a:chExt cx="2392509" cy="981894"/>
          </a:xfrm>
        </p:grpSpPr>
        <p:sp>
          <p:nvSpPr>
            <p:cNvPr id="992" name="Google Shape;992;p40"/>
            <p:cNvSpPr/>
            <p:nvPr/>
          </p:nvSpPr>
          <p:spPr>
            <a:xfrm>
              <a:off x="257331" y="4189049"/>
              <a:ext cx="2375042" cy="954466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3" name="Google Shape;993;p40"/>
            <p:cNvGrpSpPr/>
            <p:nvPr/>
          </p:nvGrpSpPr>
          <p:grpSpPr>
            <a:xfrm>
              <a:off x="239863" y="4161621"/>
              <a:ext cx="744960" cy="744960"/>
              <a:chOff x="49750" y="1914525"/>
              <a:chExt cx="910375" cy="910375"/>
            </a:xfrm>
          </p:grpSpPr>
          <p:sp>
            <p:nvSpPr>
              <p:cNvPr id="994" name="Google Shape;994;p40"/>
              <p:cNvSpPr/>
              <p:nvPr/>
            </p:nvSpPr>
            <p:spPr>
              <a:xfrm>
                <a:off x="206700" y="2071450"/>
                <a:ext cx="596125" cy="596125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40"/>
              <p:cNvSpPr/>
              <p:nvPr/>
            </p:nvSpPr>
            <p:spPr>
              <a:xfrm>
                <a:off x="49750" y="1914525"/>
                <a:ext cx="910375" cy="910375"/>
              </a:xfrm>
              <a:custGeom>
                <a:avLst/>
                <a:gdLst/>
                <a:ahLst/>
                <a:cxnLst/>
                <a:rect l="l" t="t" r="r" b="b"/>
                <a:pathLst>
                  <a:path w="36415" h="36415" fill="none" extrusionOk="0">
                    <a:moveTo>
                      <a:pt x="36415" y="18207"/>
                    </a:moveTo>
                    <a:cubicBezTo>
                      <a:pt x="36415" y="28263"/>
                      <a:pt x="28264" y="36414"/>
                      <a:pt x="18208" y="36414"/>
                    </a:cubicBezTo>
                    <a:cubicBezTo>
                      <a:pt x="8152" y="36414"/>
                      <a:pt x="1" y="28263"/>
                      <a:pt x="1" y="18207"/>
                    </a:cubicBezTo>
                    <a:cubicBezTo>
                      <a:pt x="1" y="8152"/>
                      <a:pt x="8152" y="0"/>
                      <a:pt x="18208" y="0"/>
                    </a:cubicBezTo>
                    <a:cubicBezTo>
                      <a:pt x="28264" y="0"/>
                      <a:pt x="36415" y="8152"/>
                      <a:pt x="36415" y="1820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" name="Google Shape;996;p40"/>
          <p:cNvGrpSpPr/>
          <p:nvPr/>
        </p:nvGrpSpPr>
        <p:grpSpPr>
          <a:xfrm>
            <a:off x="6285452" y="-40763"/>
            <a:ext cx="2858547" cy="1897863"/>
            <a:chOff x="6285452" y="-40763"/>
            <a:chExt cx="2858547" cy="1897863"/>
          </a:xfrm>
        </p:grpSpPr>
        <p:pic>
          <p:nvPicPr>
            <p:cNvPr id="997" name="Google Shape;997;p40"/>
            <p:cNvPicPr preferRelativeResize="0"/>
            <p:nvPr/>
          </p:nvPicPr>
          <p:blipFill rotWithShape="1">
            <a:blip r:embed="rId3">
              <a:alphaModFix/>
            </a:blip>
            <a:srcRect l="4357" t="10487" r="15680" b="8964"/>
            <a:stretch/>
          </p:blipFill>
          <p:spPr>
            <a:xfrm>
              <a:off x="7118675" y="0"/>
              <a:ext cx="2025324" cy="185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40"/>
            <p:cNvSpPr/>
            <p:nvPr/>
          </p:nvSpPr>
          <p:spPr>
            <a:xfrm rot="10800000">
              <a:off x="6285452" y="-40763"/>
              <a:ext cx="1866976" cy="750288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40"/>
            <p:cNvSpPr/>
            <p:nvPr/>
          </p:nvSpPr>
          <p:spPr>
            <a:xfrm>
              <a:off x="7664620" y="232107"/>
              <a:ext cx="487809" cy="487809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0" name="Google Shape;1000;p40"/>
          <p:cNvSpPr/>
          <p:nvPr/>
        </p:nvSpPr>
        <p:spPr>
          <a:xfrm rot="10800000">
            <a:off x="-122801" y="-61432"/>
            <a:ext cx="2452565" cy="1756244"/>
          </a:xfrm>
          <a:custGeom>
            <a:avLst/>
            <a:gdLst/>
            <a:ahLst/>
            <a:cxnLst/>
            <a:rect l="l" t="t" r="r" b="b"/>
            <a:pathLst>
              <a:path w="35257" h="25247" extrusionOk="0">
                <a:moveTo>
                  <a:pt x="35256" y="1"/>
                </a:moveTo>
                <a:cubicBezTo>
                  <a:pt x="33931" y="2042"/>
                  <a:pt x="32880" y="4297"/>
                  <a:pt x="31066" y="5897"/>
                </a:cubicBezTo>
                <a:cubicBezTo>
                  <a:pt x="28598" y="8091"/>
                  <a:pt x="25124" y="8700"/>
                  <a:pt x="21834" y="9005"/>
                </a:cubicBezTo>
                <a:cubicBezTo>
                  <a:pt x="18543" y="9310"/>
                  <a:pt x="15130" y="9432"/>
                  <a:pt x="12174" y="10894"/>
                </a:cubicBezTo>
                <a:cubicBezTo>
                  <a:pt x="7146" y="13378"/>
                  <a:pt x="4754" y="19061"/>
                  <a:pt x="1372" y="23555"/>
                </a:cubicBezTo>
                <a:cubicBezTo>
                  <a:pt x="945" y="24150"/>
                  <a:pt x="488" y="24698"/>
                  <a:pt x="0" y="25247"/>
                </a:cubicBezTo>
                <a:lnTo>
                  <a:pt x="35256" y="25247"/>
                </a:lnTo>
                <a:lnTo>
                  <a:pt x="35256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40"/>
          <p:cNvSpPr/>
          <p:nvPr/>
        </p:nvSpPr>
        <p:spPr>
          <a:xfrm rot="10800000">
            <a:off x="-122799" y="-61446"/>
            <a:ext cx="1224627" cy="816442"/>
          </a:xfrm>
          <a:custGeom>
            <a:avLst/>
            <a:gdLst/>
            <a:ahLst/>
            <a:cxnLst/>
            <a:rect l="l" t="t" r="r" b="b"/>
            <a:pathLst>
              <a:path w="31935" h="20234" extrusionOk="0">
                <a:moveTo>
                  <a:pt x="31920" y="0"/>
                </a:moveTo>
                <a:lnTo>
                  <a:pt x="31920" y="19"/>
                </a:lnTo>
                <a:lnTo>
                  <a:pt x="31920" y="19"/>
                </a:lnTo>
                <a:cubicBezTo>
                  <a:pt x="31925" y="13"/>
                  <a:pt x="31930" y="6"/>
                  <a:pt x="31935" y="0"/>
                </a:cubicBezTo>
                <a:close/>
                <a:moveTo>
                  <a:pt x="31920" y="19"/>
                </a:moveTo>
                <a:cubicBezTo>
                  <a:pt x="31559" y="454"/>
                  <a:pt x="31182" y="874"/>
                  <a:pt x="30746" y="1265"/>
                </a:cubicBezTo>
                <a:cubicBezTo>
                  <a:pt x="28263" y="3459"/>
                  <a:pt x="24804" y="4068"/>
                  <a:pt x="21514" y="4373"/>
                </a:cubicBezTo>
                <a:cubicBezTo>
                  <a:pt x="18223" y="4678"/>
                  <a:pt x="14810" y="4784"/>
                  <a:pt x="11854" y="6247"/>
                </a:cubicBezTo>
                <a:cubicBezTo>
                  <a:pt x="6826" y="8746"/>
                  <a:pt x="4419" y="14429"/>
                  <a:pt x="1052" y="18923"/>
                </a:cubicBezTo>
                <a:cubicBezTo>
                  <a:pt x="716" y="19350"/>
                  <a:pt x="366" y="19792"/>
                  <a:pt x="0" y="20234"/>
                </a:cubicBezTo>
                <a:lnTo>
                  <a:pt x="31920" y="20234"/>
                </a:lnTo>
                <a:lnTo>
                  <a:pt x="31920" y="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40"/>
          <p:cNvSpPr/>
          <p:nvPr/>
        </p:nvSpPr>
        <p:spPr>
          <a:xfrm>
            <a:off x="-122825" y="-61425"/>
            <a:ext cx="3624296" cy="997728"/>
          </a:xfrm>
          <a:custGeom>
            <a:avLst/>
            <a:gdLst/>
            <a:ahLst/>
            <a:cxnLst/>
            <a:rect l="l" t="t" r="r" b="b"/>
            <a:pathLst>
              <a:path w="55978" h="20643" extrusionOk="0">
                <a:moveTo>
                  <a:pt x="1" y="1"/>
                </a:moveTo>
                <a:lnTo>
                  <a:pt x="1" y="16197"/>
                </a:lnTo>
                <a:cubicBezTo>
                  <a:pt x="1189" y="17339"/>
                  <a:pt x="2560" y="18284"/>
                  <a:pt x="4023" y="18985"/>
                </a:cubicBezTo>
                <a:cubicBezTo>
                  <a:pt x="6458" y="20130"/>
                  <a:pt x="9135" y="20643"/>
                  <a:pt x="11825" y="20643"/>
                </a:cubicBezTo>
                <a:cubicBezTo>
                  <a:pt x="13395" y="20643"/>
                  <a:pt x="14969" y="20468"/>
                  <a:pt x="16501" y="20143"/>
                </a:cubicBezTo>
                <a:cubicBezTo>
                  <a:pt x="20645" y="19274"/>
                  <a:pt x="24531" y="17324"/>
                  <a:pt x="28096" y="15024"/>
                </a:cubicBezTo>
                <a:cubicBezTo>
                  <a:pt x="33063" y="11809"/>
                  <a:pt x="37664" y="7756"/>
                  <a:pt x="43332" y="6034"/>
                </a:cubicBezTo>
                <a:cubicBezTo>
                  <a:pt x="46120" y="5196"/>
                  <a:pt x="49061" y="4968"/>
                  <a:pt x="51712" y="3810"/>
                </a:cubicBezTo>
                <a:cubicBezTo>
                  <a:pt x="53464" y="3033"/>
                  <a:pt x="55124" y="1677"/>
                  <a:pt x="5597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40"/>
          <p:cNvSpPr/>
          <p:nvPr/>
        </p:nvSpPr>
        <p:spPr>
          <a:xfrm rot="-9899967">
            <a:off x="-268634" y="-790441"/>
            <a:ext cx="3547567" cy="1820571"/>
          </a:xfrm>
          <a:custGeom>
            <a:avLst/>
            <a:gdLst/>
            <a:ahLst/>
            <a:cxnLst/>
            <a:rect l="l" t="t" r="r" b="b"/>
            <a:pathLst>
              <a:path w="86298" h="57699" extrusionOk="0">
                <a:moveTo>
                  <a:pt x="86282" y="0"/>
                </a:moveTo>
                <a:cubicBezTo>
                  <a:pt x="85398" y="610"/>
                  <a:pt x="84530" y="1234"/>
                  <a:pt x="83692" y="1905"/>
                </a:cubicBezTo>
                <a:cubicBezTo>
                  <a:pt x="80066" y="4693"/>
                  <a:pt x="76622" y="7755"/>
                  <a:pt x="72509" y="9858"/>
                </a:cubicBezTo>
                <a:cubicBezTo>
                  <a:pt x="63809" y="14292"/>
                  <a:pt x="53784" y="14657"/>
                  <a:pt x="44383" y="16516"/>
                </a:cubicBezTo>
                <a:cubicBezTo>
                  <a:pt x="39736" y="17430"/>
                  <a:pt x="35120" y="18725"/>
                  <a:pt x="30930" y="20980"/>
                </a:cubicBezTo>
                <a:cubicBezTo>
                  <a:pt x="26664" y="23265"/>
                  <a:pt x="22962" y="26465"/>
                  <a:pt x="19701" y="30030"/>
                </a:cubicBezTo>
                <a:cubicBezTo>
                  <a:pt x="12677" y="37740"/>
                  <a:pt x="7847" y="47064"/>
                  <a:pt x="1723" y="55444"/>
                </a:cubicBezTo>
                <a:cubicBezTo>
                  <a:pt x="1174" y="56206"/>
                  <a:pt x="595" y="56952"/>
                  <a:pt x="1" y="57699"/>
                </a:cubicBezTo>
                <a:lnTo>
                  <a:pt x="610" y="57699"/>
                </a:lnTo>
                <a:cubicBezTo>
                  <a:pt x="6522" y="50096"/>
                  <a:pt x="11017" y="41488"/>
                  <a:pt x="16989" y="33946"/>
                </a:cubicBezTo>
                <a:cubicBezTo>
                  <a:pt x="20082" y="30061"/>
                  <a:pt x="23571" y="26419"/>
                  <a:pt x="27639" y="23570"/>
                </a:cubicBezTo>
                <a:cubicBezTo>
                  <a:pt x="31661" y="20767"/>
                  <a:pt x="36171" y="18954"/>
                  <a:pt x="40894" y="17781"/>
                </a:cubicBezTo>
                <a:cubicBezTo>
                  <a:pt x="50280" y="15434"/>
                  <a:pt x="60183" y="15297"/>
                  <a:pt x="69294" y="11793"/>
                </a:cubicBezTo>
                <a:cubicBezTo>
                  <a:pt x="71442" y="10955"/>
                  <a:pt x="73514" y="9949"/>
                  <a:pt x="75480" y="8700"/>
                </a:cubicBezTo>
                <a:cubicBezTo>
                  <a:pt x="77369" y="7496"/>
                  <a:pt x="79121" y="6125"/>
                  <a:pt x="80873" y="4739"/>
                </a:cubicBezTo>
                <a:cubicBezTo>
                  <a:pt x="82641" y="3322"/>
                  <a:pt x="84408" y="1859"/>
                  <a:pt x="86297" y="549"/>
                </a:cubicBezTo>
                <a:lnTo>
                  <a:pt x="8629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04" name="Google Shape;1004;p40"/>
          <p:cNvCxnSpPr/>
          <p:nvPr/>
        </p:nvCxnSpPr>
        <p:spPr>
          <a:xfrm>
            <a:off x="2245175" y="4160850"/>
            <a:ext cx="302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Obsah:</a:t>
            </a:r>
            <a:endParaRPr dirty="0"/>
          </a:p>
        </p:txBody>
      </p:sp>
      <p:sp>
        <p:nvSpPr>
          <p:cNvPr id="1028" name="Google Shape;1028;p42"/>
          <p:cNvSpPr txBox="1">
            <a:spLocks noGrp="1"/>
          </p:cNvSpPr>
          <p:nvPr>
            <p:ph type="title" idx="2"/>
          </p:nvPr>
        </p:nvSpPr>
        <p:spPr>
          <a:xfrm>
            <a:off x="1005813" y="1424888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29" name="Google Shape;1029;p42"/>
          <p:cNvSpPr txBox="1">
            <a:spLocks noGrp="1"/>
          </p:cNvSpPr>
          <p:nvPr>
            <p:ph type="subTitle" idx="1"/>
          </p:nvPr>
        </p:nvSpPr>
        <p:spPr>
          <a:xfrm>
            <a:off x="2105935" y="142490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Úvod</a:t>
            </a:r>
            <a:r>
              <a:rPr lang="en-US" dirty="0"/>
              <a:t> do </a:t>
            </a:r>
            <a:r>
              <a:rPr lang="en-US" dirty="0" err="1"/>
              <a:t>problematiky</a:t>
            </a:r>
            <a:endParaRPr dirty="0"/>
          </a:p>
        </p:txBody>
      </p:sp>
      <p:sp>
        <p:nvSpPr>
          <p:cNvPr id="1030" name="Google Shape;1030;p42"/>
          <p:cNvSpPr txBox="1">
            <a:spLocks noGrp="1"/>
          </p:cNvSpPr>
          <p:nvPr>
            <p:ph type="title" idx="3"/>
          </p:nvPr>
        </p:nvSpPr>
        <p:spPr>
          <a:xfrm>
            <a:off x="1005813" y="2501713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31" name="Google Shape;1031;p42"/>
          <p:cNvSpPr txBox="1">
            <a:spLocks noGrp="1"/>
          </p:cNvSpPr>
          <p:nvPr>
            <p:ph type="subTitle" idx="4"/>
          </p:nvPr>
        </p:nvSpPr>
        <p:spPr>
          <a:xfrm>
            <a:off x="2105927" y="2501725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dizajnu</a:t>
            </a:r>
            <a:r>
              <a:rPr lang="en-US" dirty="0"/>
              <a:t> </a:t>
            </a:r>
            <a:r>
              <a:rPr lang="en-US" dirty="0" err="1"/>
              <a:t>aplikácie</a:t>
            </a:r>
            <a:endParaRPr dirty="0"/>
          </a:p>
        </p:txBody>
      </p:sp>
      <p:sp>
        <p:nvSpPr>
          <p:cNvPr id="1032" name="Google Shape;1032;p42"/>
          <p:cNvSpPr txBox="1">
            <a:spLocks noGrp="1"/>
          </p:cNvSpPr>
          <p:nvPr>
            <p:ph type="title" idx="5"/>
          </p:nvPr>
        </p:nvSpPr>
        <p:spPr>
          <a:xfrm>
            <a:off x="1005813" y="3578538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33" name="Google Shape;1033;p42"/>
          <p:cNvSpPr txBox="1">
            <a:spLocks noGrp="1"/>
          </p:cNvSpPr>
          <p:nvPr>
            <p:ph type="subTitle" idx="6"/>
          </p:nvPr>
        </p:nvSpPr>
        <p:spPr>
          <a:xfrm>
            <a:off x="2105927" y="357855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Ukážka</a:t>
            </a:r>
            <a:r>
              <a:rPr lang="en-US" dirty="0"/>
              <a:t> </a:t>
            </a:r>
            <a:r>
              <a:rPr lang="en-US" dirty="0" err="1"/>
              <a:t>funkčnosti</a:t>
            </a:r>
            <a:endParaRPr dirty="0"/>
          </a:p>
        </p:txBody>
      </p:sp>
      <p:sp>
        <p:nvSpPr>
          <p:cNvPr id="1034" name="Google Shape;1034;p42"/>
          <p:cNvSpPr txBox="1">
            <a:spLocks noGrp="1"/>
          </p:cNvSpPr>
          <p:nvPr>
            <p:ph type="title" idx="7"/>
          </p:nvPr>
        </p:nvSpPr>
        <p:spPr>
          <a:xfrm>
            <a:off x="4732588" y="1424888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35" name="Google Shape;1035;p42"/>
          <p:cNvSpPr txBox="1">
            <a:spLocks noGrp="1"/>
          </p:cNvSpPr>
          <p:nvPr>
            <p:ph type="subTitle" idx="8"/>
          </p:nvPr>
        </p:nvSpPr>
        <p:spPr>
          <a:xfrm>
            <a:off x="5832702" y="142490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Rozdelenie</a:t>
            </a:r>
            <a:r>
              <a:rPr lang="en-US" dirty="0"/>
              <a:t> </a:t>
            </a:r>
            <a:r>
              <a:rPr lang="en-US" dirty="0" err="1"/>
              <a:t>úloh</a:t>
            </a:r>
            <a:r>
              <a:rPr lang="en-US" dirty="0"/>
              <a:t> v </a:t>
            </a:r>
            <a:r>
              <a:rPr lang="en-US" dirty="0" err="1"/>
              <a:t>tíme</a:t>
            </a:r>
            <a:endParaRPr dirty="0"/>
          </a:p>
        </p:txBody>
      </p:sp>
      <p:sp>
        <p:nvSpPr>
          <p:cNvPr id="1036" name="Google Shape;1036;p42"/>
          <p:cNvSpPr txBox="1">
            <a:spLocks noGrp="1"/>
          </p:cNvSpPr>
          <p:nvPr>
            <p:ph type="title" idx="9"/>
          </p:nvPr>
        </p:nvSpPr>
        <p:spPr>
          <a:xfrm>
            <a:off x="4732588" y="2501713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37" name="Google Shape;1037;p42"/>
          <p:cNvSpPr txBox="1">
            <a:spLocks noGrp="1"/>
          </p:cNvSpPr>
          <p:nvPr>
            <p:ph type="subTitle" idx="13"/>
          </p:nvPr>
        </p:nvSpPr>
        <p:spPr>
          <a:xfrm>
            <a:off x="5832702" y="2501725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Simulácie</a:t>
            </a:r>
            <a:r>
              <a:rPr lang="en-US" dirty="0"/>
              <a:t> a </a:t>
            </a:r>
            <a:r>
              <a:rPr lang="en-US" dirty="0" err="1"/>
              <a:t>algoritmy</a:t>
            </a:r>
            <a:endParaRPr dirty="0"/>
          </a:p>
        </p:txBody>
      </p:sp>
      <p:sp>
        <p:nvSpPr>
          <p:cNvPr id="1038" name="Google Shape;1038;p42"/>
          <p:cNvSpPr txBox="1">
            <a:spLocks noGrp="1"/>
          </p:cNvSpPr>
          <p:nvPr>
            <p:ph type="title" idx="14"/>
          </p:nvPr>
        </p:nvSpPr>
        <p:spPr>
          <a:xfrm>
            <a:off x="4732588" y="3578538"/>
            <a:ext cx="871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39" name="Google Shape;1039;p42"/>
          <p:cNvSpPr txBox="1">
            <a:spLocks noGrp="1"/>
          </p:cNvSpPr>
          <p:nvPr>
            <p:ph type="subTitle" idx="15"/>
          </p:nvPr>
        </p:nvSpPr>
        <p:spPr>
          <a:xfrm>
            <a:off x="5832702" y="3578550"/>
            <a:ext cx="2109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Záver</a:t>
            </a:r>
            <a:r>
              <a:rPr lang="en-US" dirty="0"/>
              <a:t> a </a:t>
            </a:r>
            <a:r>
              <a:rPr lang="en-US" dirty="0" err="1"/>
              <a:t>možnosti</a:t>
            </a:r>
            <a:r>
              <a:rPr lang="en-US" dirty="0"/>
              <a:t> </a:t>
            </a:r>
            <a:r>
              <a:rPr lang="en-US" dirty="0" err="1"/>
              <a:t>rozšírenia</a:t>
            </a:r>
            <a:endParaRPr dirty="0"/>
          </a:p>
        </p:txBody>
      </p:sp>
      <p:grpSp>
        <p:nvGrpSpPr>
          <p:cNvPr id="1040" name="Google Shape;1040;p42"/>
          <p:cNvGrpSpPr/>
          <p:nvPr/>
        </p:nvGrpSpPr>
        <p:grpSpPr>
          <a:xfrm rot="-5400000">
            <a:off x="6411926" y="946869"/>
            <a:ext cx="4060378" cy="1671160"/>
            <a:chOff x="5063800" y="3387250"/>
            <a:chExt cx="4636193" cy="1908152"/>
          </a:xfrm>
        </p:grpSpPr>
        <p:sp>
          <p:nvSpPr>
            <p:cNvPr id="1041" name="Google Shape;1041;p42"/>
            <p:cNvSpPr/>
            <p:nvPr/>
          </p:nvSpPr>
          <p:spPr>
            <a:xfrm>
              <a:off x="6691425" y="3387250"/>
              <a:ext cx="3008568" cy="1756244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/>
            <p:cNvSpPr/>
            <p:nvPr/>
          </p:nvSpPr>
          <p:spPr>
            <a:xfrm>
              <a:off x="5063800" y="3848875"/>
              <a:ext cx="4373719" cy="1446527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" name="Google Shape;1043;p42"/>
          <p:cNvGrpSpPr/>
          <p:nvPr/>
        </p:nvGrpSpPr>
        <p:grpSpPr>
          <a:xfrm rot="-5400000" flipH="1">
            <a:off x="7605286" y="3995568"/>
            <a:ext cx="675950" cy="937988"/>
            <a:chOff x="417825" y="3072538"/>
            <a:chExt cx="675950" cy="937988"/>
          </a:xfrm>
        </p:grpSpPr>
        <p:sp>
          <p:nvSpPr>
            <p:cNvPr id="1044" name="Google Shape;1044;p42"/>
            <p:cNvSpPr/>
            <p:nvPr/>
          </p:nvSpPr>
          <p:spPr>
            <a:xfrm>
              <a:off x="417825" y="3420100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/>
            <p:cNvSpPr/>
            <p:nvPr/>
          </p:nvSpPr>
          <p:spPr>
            <a:xfrm>
              <a:off x="502975" y="3072538"/>
              <a:ext cx="590800" cy="590425"/>
            </a:xfrm>
            <a:custGeom>
              <a:avLst/>
              <a:gdLst/>
              <a:ahLst/>
              <a:cxnLst/>
              <a:rect l="l" t="t" r="r" b="b"/>
              <a:pathLst>
                <a:path w="23632" h="23617" fill="none" extrusionOk="0">
                  <a:moveTo>
                    <a:pt x="23631" y="0"/>
                  </a:moveTo>
                  <a:lnTo>
                    <a:pt x="0" y="23616"/>
                  </a:ln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Úvod</a:t>
            </a:r>
            <a:r>
              <a:rPr lang="en-US" dirty="0"/>
              <a:t> do </a:t>
            </a:r>
            <a:r>
              <a:rPr lang="en-US" dirty="0" err="1"/>
              <a:t>problematiky</a:t>
            </a:r>
            <a:endParaRPr dirty="0"/>
          </a:p>
        </p:txBody>
      </p:sp>
      <p:sp>
        <p:nvSpPr>
          <p:cNvPr id="1154" name="Google Shape;1154;p45"/>
          <p:cNvSpPr txBox="1">
            <a:spLocks noGrp="1"/>
          </p:cNvSpPr>
          <p:nvPr>
            <p:ph type="subTitle" idx="2"/>
          </p:nvPr>
        </p:nvSpPr>
        <p:spPr>
          <a:xfrm>
            <a:off x="835175" y="1781025"/>
            <a:ext cx="3548818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err="1"/>
              <a:t>Čo</a:t>
            </a:r>
            <a:r>
              <a:rPr lang="en-US" sz="1400" b="1" dirty="0"/>
              <a:t> je </a:t>
            </a:r>
            <a:r>
              <a:rPr lang="en-US" sz="1400" b="1" dirty="0" err="1"/>
              <a:t>simulácia</a:t>
            </a:r>
            <a:r>
              <a:rPr lang="en-US" sz="1400" b="1" dirty="0"/>
              <a:t> a </a:t>
            </a:r>
            <a:r>
              <a:rPr lang="en-US" sz="1400" b="1" dirty="0" err="1"/>
              <a:t>načo</a:t>
            </a:r>
            <a:r>
              <a:rPr lang="en-US" sz="1400" b="1" dirty="0"/>
              <a:t> </a:t>
            </a:r>
            <a:r>
              <a:rPr lang="en-US" sz="1400" b="1" dirty="0" err="1"/>
              <a:t>slúži</a:t>
            </a:r>
            <a:r>
              <a:rPr lang="en-US" sz="1400" b="1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Simulácia</a:t>
            </a:r>
            <a:r>
              <a:rPr lang="en-US" sz="1400" dirty="0"/>
              <a:t> je </a:t>
            </a:r>
            <a:r>
              <a:rPr lang="en-US" sz="1400" b="1" dirty="0" err="1"/>
              <a:t>umelecký</a:t>
            </a:r>
            <a:r>
              <a:rPr lang="en-US" sz="1400" b="1" dirty="0"/>
              <a:t> </a:t>
            </a:r>
            <a:r>
              <a:rPr lang="en-US" sz="1400" b="1" dirty="0" err="1"/>
              <a:t>proces</a:t>
            </a:r>
            <a:r>
              <a:rPr lang="en-US" sz="1400" dirty="0"/>
              <a:t>, </a:t>
            </a:r>
            <a:r>
              <a:rPr lang="en-US" sz="1400" dirty="0" err="1"/>
              <a:t>ktorý</a:t>
            </a:r>
            <a:r>
              <a:rPr lang="en-US" sz="1400" dirty="0"/>
              <a:t> </a:t>
            </a:r>
            <a:r>
              <a:rPr lang="en-US" sz="1400" dirty="0" err="1"/>
              <a:t>napodobňuje</a:t>
            </a:r>
            <a:r>
              <a:rPr lang="en-US" sz="1400" dirty="0"/>
              <a:t> </a:t>
            </a:r>
            <a:r>
              <a:rPr lang="en-US" sz="1400" dirty="0" err="1"/>
              <a:t>reálne</a:t>
            </a:r>
            <a:r>
              <a:rPr lang="en-US" sz="1400" dirty="0"/>
              <a:t> </a:t>
            </a:r>
            <a:r>
              <a:rPr lang="en-US" sz="1400" dirty="0" err="1"/>
              <a:t>situácie</a:t>
            </a:r>
            <a:r>
              <a:rPr lang="en-US" sz="1400" dirty="0"/>
              <a:t> za </a:t>
            </a:r>
            <a:r>
              <a:rPr lang="en-US" sz="1400" dirty="0" err="1"/>
              <a:t>účelom</a:t>
            </a:r>
            <a:r>
              <a:rPr lang="en-US" sz="1400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Testovania</a:t>
            </a:r>
            <a:r>
              <a:rPr lang="en-US" dirty="0"/>
              <a:t> (</a:t>
            </a:r>
            <a:r>
              <a:rPr lang="en-US" dirty="0" err="1"/>
              <a:t>bezpečnosť</a:t>
            </a:r>
            <a:r>
              <a:rPr lang="en-US" dirty="0"/>
              <a:t>, </a:t>
            </a:r>
            <a:r>
              <a:rPr lang="en-US" dirty="0" err="1"/>
              <a:t>spoľahlivosť</a:t>
            </a:r>
            <a:r>
              <a:rPr lang="en-US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Výcviku</a:t>
            </a:r>
            <a:r>
              <a:rPr lang="en-US" dirty="0"/>
              <a:t> (</a:t>
            </a:r>
            <a:r>
              <a:rPr lang="en-US" dirty="0" err="1"/>
              <a:t>trenažéry</a:t>
            </a:r>
            <a:r>
              <a:rPr lang="en-US" dirty="0"/>
              <a:t> pre </a:t>
            </a:r>
            <a:r>
              <a:rPr lang="en-US" dirty="0" err="1"/>
              <a:t>vodičov</a:t>
            </a:r>
            <a:r>
              <a:rPr lang="en-US" dirty="0"/>
              <a:t>, </a:t>
            </a:r>
            <a:r>
              <a:rPr lang="en-US" dirty="0" err="1"/>
              <a:t>pilotov</a:t>
            </a:r>
            <a:r>
              <a:rPr lang="en-US" dirty="0"/>
              <a:t>, </a:t>
            </a:r>
            <a:r>
              <a:rPr lang="en-US" dirty="0" err="1"/>
              <a:t>strelcov</a:t>
            </a:r>
            <a:r>
              <a:rPr lang="en-US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Predpovedania</a:t>
            </a:r>
            <a:r>
              <a:rPr lang="en-US" dirty="0"/>
              <a:t> (</a:t>
            </a:r>
            <a:r>
              <a:rPr lang="en-US" dirty="0" err="1"/>
              <a:t>počasie</a:t>
            </a:r>
            <a:r>
              <a:rPr lang="en-US" dirty="0"/>
              <a:t>, </a:t>
            </a:r>
            <a:r>
              <a:rPr lang="en-US" dirty="0" err="1"/>
              <a:t>správanie</a:t>
            </a:r>
            <a:r>
              <a:rPr lang="en-US" dirty="0"/>
              <a:t> </a:t>
            </a:r>
            <a:r>
              <a:rPr lang="en-US" dirty="0" err="1"/>
              <a:t>systémov</a:t>
            </a:r>
            <a:r>
              <a:rPr lang="en-US" dirty="0"/>
              <a:t>)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Zábavy</a:t>
            </a:r>
            <a:r>
              <a:rPr lang="en-US" dirty="0"/>
              <a:t> (</a:t>
            </a:r>
            <a:r>
              <a:rPr lang="en-US" dirty="0" err="1"/>
              <a:t>počítačové</a:t>
            </a:r>
            <a:r>
              <a:rPr lang="en-US" dirty="0"/>
              <a:t> </a:t>
            </a:r>
            <a:r>
              <a:rPr lang="en-US" dirty="0" err="1"/>
              <a:t>hry</a:t>
            </a:r>
            <a:r>
              <a:rPr lang="en-US" dirty="0"/>
              <a:t>)</a:t>
            </a:r>
          </a:p>
        </p:txBody>
      </p:sp>
      <p:grpSp>
        <p:nvGrpSpPr>
          <p:cNvPr id="1155" name="Google Shape;1155;p45"/>
          <p:cNvGrpSpPr/>
          <p:nvPr/>
        </p:nvGrpSpPr>
        <p:grpSpPr>
          <a:xfrm rot="10800000">
            <a:off x="-23" y="4002792"/>
            <a:ext cx="7914810" cy="1202183"/>
            <a:chOff x="5021050" y="-5"/>
            <a:chExt cx="4122941" cy="1383409"/>
          </a:xfrm>
        </p:grpSpPr>
        <p:sp>
          <p:nvSpPr>
            <p:cNvPr id="1156" name="Google Shape;1156;p45"/>
            <p:cNvSpPr/>
            <p:nvPr/>
          </p:nvSpPr>
          <p:spPr>
            <a:xfrm rot="10800000" flipH="1">
              <a:off x="5587970" y="-5"/>
              <a:ext cx="3556021" cy="1383409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5"/>
            <p:cNvSpPr/>
            <p:nvPr/>
          </p:nvSpPr>
          <p:spPr>
            <a:xfrm flipH="1">
              <a:off x="5021050" y="4"/>
              <a:ext cx="4122920" cy="1054548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8" name="Google Shape;1158;p45"/>
          <p:cNvSpPr/>
          <p:nvPr/>
        </p:nvSpPr>
        <p:spPr>
          <a:xfrm>
            <a:off x="5032484" y="4381089"/>
            <a:ext cx="2374898" cy="954408"/>
          </a:xfrm>
          <a:custGeom>
            <a:avLst/>
            <a:gdLst/>
            <a:ahLst/>
            <a:cxnLst/>
            <a:rect l="l" t="t" r="r" b="b"/>
            <a:pathLst>
              <a:path w="57441" h="23084" extrusionOk="0">
                <a:moveTo>
                  <a:pt x="28720" y="1"/>
                </a:moveTo>
                <a:cubicBezTo>
                  <a:pt x="14673" y="1"/>
                  <a:pt x="2895" y="9904"/>
                  <a:pt x="1" y="23083"/>
                </a:cubicBezTo>
                <a:lnTo>
                  <a:pt x="199" y="23083"/>
                </a:lnTo>
                <a:cubicBezTo>
                  <a:pt x="3094" y="9996"/>
                  <a:pt x="14779" y="199"/>
                  <a:pt x="28720" y="199"/>
                </a:cubicBezTo>
                <a:cubicBezTo>
                  <a:pt x="42661" y="199"/>
                  <a:pt x="54362" y="9996"/>
                  <a:pt x="57257" y="23083"/>
                </a:cubicBezTo>
                <a:lnTo>
                  <a:pt x="57440" y="23083"/>
                </a:lnTo>
                <a:cubicBezTo>
                  <a:pt x="54545" y="9889"/>
                  <a:pt x="42753" y="1"/>
                  <a:pt x="28720" y="1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523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54;p45">
            <a:extLst>
              <a:ext uri="{FF2B5EF4-FFF2-40B4-BE49-F238E27FC236}">
                <a16:creationId xmlns:a16="http://schemas.microsoft.com/office/drawing/2014/main" id="{CDDE8ED5-47BE-693E-5255-EE2A7E98DF8D}"/>
              </a:ext>
            </a:extLst>
          </p:cNvPr>
          <p:cNvSpPr txBox="1">
            <a:spLocks/>
          </p:cNvSpPr>
          <p:nvPr/>
        </p:nvSpPr>
        <p:spPr>
          <a:xfrm>
            <a:off x="4568615" y="2073516"/>
            <a:ext cx="4213077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400" b="1" dirty="0" err="1"/>
              <a:t>Simulácie</a:t>
            </a:r>
            <a:r>
              <a:rPr lang="en-US" sz="1400" b="1" dirty="0"/>
              <a:t> v </a:t>
            </a:r>
            <a:r>
              <a:rPr lang="en-US" sz="1400" b="1" dirty="0" err="1"/>
              <a:t>streleckých</a:t>
            </a:r>
            <a:r>
              <a:rPr lang="en-US" sz="1400" b="1" dirty="0"/>
              <a:t> </a:t>
            </a:r>
            <a:r>
              <a:rPr lang="en-US" sz="1400" b="1" dirty="0" err="1"/>
              <a:t>trenažéroch</a:t>
            </a:r>
            <a:endParaRPr lang="en-US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Umožňujú</a:t>
            </a:r>
            <a:r>
              <a:rPr lang="en-US" dirty="0"/>
              <a:t> </a:t>
            </a:r>
            <a:r>
              <a:rPr lang="en-US" dirty="0" err="1"/>
              <a:t>bezpečný</a:t>
            </a:r>
            <a:r>
              <a:rPr lang="en-US" dirty="0"/>
              <a:t> </a:t>
            </a:r>
            <a:r>
              <a:rPr lang="en-US" dirty="0" err="1"/>
              <a:t>nácvik</a:t>
            </a:r>
            <a:r>
              <a:rPr lang="en-US" dirty="0"/>
              <a:t> bez </a:t>
            </a:r>
            <a:r>
              <a:rPr lang="en-US" dirty="0" err="1"/>
              <a:t>skutočnej</a:t>
            </a:r>
            <a:r>
              <a:rPr lang="en-US" dirty="0"/>
              <a:t> </a:t>
            </a:r>
            <a:r>
              <a:rPr lang="en-US" dirty="0" err="1"/>
              <a:t>munície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Testujú</a:t>
            </a:r>
            <a:r>
              <a:rPr lang="en-US" dirty="0"/>
              <a:t> </a:t>
            </a:r>
            <a:r>
              <a:rPr lang="en-US" dirty="0" err="1"/>
              <a:t>reakcie</a:t>
            </a:r>
            <a:r>
              <a:rPr lang="en-US" dirty="0"/>
              <a:t> pod </a:t>
            </a:r>
            <a:r>
              <a:rPr lang="en-US" dirty="0" err="1"/>
              <a:t>vplyvom</a:t>
            </a:r>
            <a:r>
              <a:rPr lang="en-US" dirty="0"/>
              <a:t> </a:t>
            </a:r>
            <a:r>
              <a:rPr lang="en-US" dirty="0" err="1"/>
              <a:t>vetra</a:t>
            </a:r>
            <a:r>
              <a:rPr lang="en-US" dirty="0"/>
              <a:t>, </a:t>
            </a:r>
            <a:r>
              <a:rPr lang="en-US" dirty="0" err="1"/>
              <a:t>únavy</a:t>
            </a:r>
            <a:r>
              <a:rPr lang="en-US" dirty="0"/>
              <a:t> a </a:t>
            </a:r>
            <a:r>
              <a:rPr lang="en-US" dirty="0" err="1"/>
              <a:t>stresu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Pomáhajú</a:t>
            </a:r>
            <a:r>
              <a:rPr lang="en-US" dirty="0"/>
              <a:t> </a:t>
            </a:r>
            <a:r>
              <a:rPr lang="en-US" dirty="0" err="1"/>
              <a:t>zlepšovať</a:t>
            </a:r>
            <a:r>
              <a:rPr lang="en-US" dirty="0"/>
              <a:t> </a:t>
            </a:r>
            <a:r>
              <a:rPr lang="en-US" dirty="0" err="1"/>
              <a:t>presnosť</a:t>
            </a:r>
            <a:r>
              <a:rPr lang="en-US" dirty="0"/>
              <a:t> a </a:t>
            </a:r>
            <a:r>
              <a:rPr lang="en-US" dirty="0" err="1"/>
              <a:t>rýchlosť</a:t>
            </a:r>
            <a:r>
              <a:rPr lang="en-US" dirty="0"/>
              <a:t> </a:t>
            </a:r>
            <a:r>
              <a:rPr lang="en-US" dirty="0" err="1"/>
              <a:t>streľby</a:t>
            </a:r>
            <a:endParaRPr lang="en-US" dirty="0"/>
          </a:p>
          <a:p>
            <a:pPr marL="0" indent="0"/>
            <a:endParaRPr lang="en-US" sz="1100" dirty="0"/>
          </a:p>
          <a:p>
            <a:pPr marL="0" indent="0"/>
            <a:r>
              <a:rPr lang="en-US" sz="1400" b="1" dirty="0" err="1"/>
              <a:t>Požiadavky</a:t>
            </a:r>
            <a:r>
              <a:rPr lang="en-US" sz="1400" b="1" dirty="0"/>
              <a:t> </a:t>
            </a:r>
            <a:r>
              <a:rPr lang="en-US" sz="1400" b="1" dirty="0" err="1"/>
              <a:t>projektu</a:t>
            </a:r>
            <a:endParaRPr lang="en-US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Simulácia</a:t>
            </a:r>
            <a:r>
              <a:rPr lang="en-US" dirty="0"/>
              <a:t> </a:t>
            </a:r>
            <a:r>
              <a:rPr lang="en-US" dirty="0" err="1"/>
              <a:t>streľby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terč</a:t>
            </a:r>
            <a:r>
              <a:rPr lang="en-US" dirty="0"/>
              <a:t> s </a:t>
            </a:r>
            <a:r>
              <a:rPr lang="en-US" dirty="0" err="1"/>
              <a:t>nastaviteľnými</a:t>
            </a:r>
            <a:r>
              <a:rPr lang="en-US" dirty="0"/>
              <a:t> </a:t>
            </a:r>
            <a:r>
              <a:rPr lang="en-US" dirty="0" err="1"/>
              <a:t>parametrami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Vplyv</a:t>
            </a:r>
            <a:r>
              <a:rPr lang="en-US" dirty="0"/>
              <a:t> </a:t>
            </a:r>
            <a:r>
              <a:rPr lang="en-US" dirty="0" err="1"/>
              <a:t>vetra</a:t>
            </a:r>
            <a:r>
              <a:rPr lang="en-US" dirty="0"/>
              <a:t> a </a:t>
            </a:r>
            <a:r>
              <a:rPr lang="en-US" dirty="0" err="1"/>
              <a:t>fyzickej</a:t>
            </a:r>
            <a:r>
              <a:rPr lang="en-US" dirty="0"/>
              <a:t> </a:t>
            </a:r>
            <a:r>
              <a:rPr lang="en-US" dirty="0" err="1"/>
              <a:t>nepohody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presnosť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Grafické</a:t>
            </a:r>
            <a:r>
              <a:rPr lang="en-US" dirty="0"/>
              <a:t> </a:t>
            </a:r>
            <a:r>
              <a:rPr lang="en-US" dirty="0" err="1"/>
              <a:t>zobrazenie</a:t>
            </a:r>
            <a:r>
              <a:rPr lang="en-US" dirty="0"/>
              <a:t> </a:t>
            </a:r>
            <a:r>
              <a:rPr lang="en-US" dirty="0" err="1"/>
              <a:t>terča</a:t>
            </a:r>
            <a:r>
              <a:rPr lang="en-US" dirty="0"/>
              <a:t>, </a:t>
            </a:r>
            <a:r>
              <a:rPr lang="en-US" dirty="0" err="1"/>
              <a:t>mieridiel</a:t>
            </a:r>
            <a:r>
              <a:rPr lang="en-US" dirty="0"/>
              <a:t> a </a:t>
            </a:r>
            <a:r>
              <a:rPr lang="en-US" dirty="0" err="1"/>
              <a:t>výsledkov</a:t>
            </a:r>
            <a:endParaRPr lang="en-US" dirty="0"/>
          </a:p>
        </p:txBody>
      </p:sp>
      <p:pic>
        <p:nvPicPr>
          <p:cNvPr id="8" name="Obrázok 7" descr="Obrázok, na ktorom je kruh, náčrt, špirála, umenie&#10;&#10;Obsah vygenerovaný umelou inteligenciou môže byť nesprávny.">
            <a:extLst>
              <a:ext uri="{FF2B5EF4-FFF2-40B4-BE49-F238E27FC236}">
                <a16:creationId xmlns:a16="http://schemas.microsoft.com/office/drawing/2014/main" id="{83ABE26E-5BAE-627E-4231-6F7E939C3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379" y="106272"/>
            <a:ext cx="1637589" cy="1628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Obrázok 9" descr="Obrázok, na ktorom je kruh, čierny&#10;&#10;Obsah vygenerovaný umelou inteligenciou môže byť nesprávny.">
            <a:extLst>
              <a:ext uri="{FF2B5EF4-FFF2-40B4-BE49-F238E27FC236}">
                <a16:creationId xmlns:a16="http://schemas.microsoft.com/office/drawing/2014/main" id="{DD818D27-734B-312F-9E6D-CB1A9BE96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68139">
            <a:off x="8514409" y="1491437"/>
            <a:ext cx="534566" cy="534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oogle Shape;1238;p47"/>
          <p:cNvGrpSpPr/>
          <p:nvPr/>
        </p:nvGrpSpPr>
        <p:grpSpPr>
          <a:xfrm>
            <a:off x="25" y="1366165"/>
            <a:ext cx="1173776" cy="3777363"/>
            <a:chOff x="25" y="1366165"/>
            <a:chExt cx="1173776" cy="3777363"/>
          </a:xfrm>
        </p:grpSpPr>
        <p:sp>
          <p:nvSpPr>
            <p:cNvPr id="1239" name="Google Shape;1239;p47"/>
            <p:cNvSpPr/>
            <p:nvPr/>
          </p:nvSpPr>
          <p:spPr>
            <a:xfrm flipH="1">
              <a:off x="30" y="1943875"/>
              <a:ext cx="1173771" cy="3199653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 rot="-5400000">
              <a:off x="-1426859" y="2793049"/>
              <a:ext cx="3777360" cy="923592"/>
            </a:xfrm>
            <a:custGeom>
              <a:avLst/>
              <a:gdLst/>
              <a:ahLst/>
              <a:cxnLst/>
              <a:rect l="l" t="t" r="r" b="b"/>
              <a:pathLst>
                <a:path w="49975" h="20252" extrusionOk="0">
                  <a:moveTo>
                    <a:pt x="1" y="0"/>
                  </a:moveTo>
                  <a:lnTo>
                    <a:pt x="1" y="15"/>
                  </a:lnTo>
                  <a:lnTo>
                    <a:pt x="1" y="20020"/>
                  </a:lnTo>
                  <a:cubicBezTo>
                    <a:pt x="1050" y="20177"/>
                    <a:pt x="2117" y="20251"/>
                    <a:pt x="3187" y="20251"/>
                  </a:cubicBezTo>
                  <a:cubicBezTo>
                    <a:pt x="4928" y="20251"/>
                    <a:pt x="6676" y="20053"/>
                    <a:pt x="8365" y="19685"/>
                  </a:cubicBezTo>
                  <a:cubicBezTo>
                    <a:pt x="12966" y="18695"/>
                    <a:pt x="17278" y="16561"/>
                    <a:pt x="21240" y="13987"/>
                  </a:cubicBezTo>
                  <a:cubicBezTo>
                    <a:pt x="26740" y="10406"/>
                    <a:pt x="31844" y="5912"/>
                    <a:pt x="38151" y="4022"/>
                  </a:cubicBezTo>
                  <a:cubicBezTo>
                    <a:pt x="41229" y="3108"/>
                    <a:pt x="44505" y="2849"/>
                    <a:pt x="47461" y="1554"/>
                  </a:cubicBezTo>
                  <a:cubicBezTo>
                    <a:pt x="48329" y="1173"/>
                    <a:pt x="49213" y="640"/>
                    <a:pt x="4997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1" name="Google Shape;1241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Rozdelenie</a:t>
            </a:r>
            <a:r>
              <a:rPr lang="en-US" dirty="0"/>
              <a:t> </a:t>
            </a:r>
            <a:r>
              <a:rPr lang="en-US" dirty="0" err="1"/>
              <a:t>úloh</a:t>
            </a:r>
            <a:r>
              <a:rPr lang="en-US" dirty="0"/>
              <a:t> v </a:t>
            </a:r>
            <a:r>
              <a:rPr lang="en-US" dirty="0" err="1"/>
              <a:t>tíme</a:t>
            </a:r>
            <a:endParaRPr lang="en-US" dirty="0"/>
          </a:p>
        </p:txBody>
      </p:sp>
      <p:grpSp>
        <p:nvGrpSpPr>
          <p:cNvPr id="1252" name="Google Shape;1252;p47"/>
          <p:cNvGrpSpPr/>
          <p:nvPr/>
        </p:nvGrpSpPr>
        <p:grpSpPr>
          <a:xfrm>
            <a:off x="8110675" y="-75"/>
            <a:ext cx="1077562" cy="4040975"/>
            <a:chOff x="8110675" y="-75"/>
            <a:chExt cx="1077562" cy="4040975"/>
          </a:xfrm>
        </p:grpSpPr>
        <p:sp>
          <p:nvSpPr>
            <p:cNvPr id="1253" name="Google Shape;1253;p47"/>
            <p:cNvSpPr/>
            <p:nvPr/>
          </p:nvSpPr>
          <p:spPr>
            <a:xfrm rot="5399867">
              <a:off x="6835646" y="1300462"/>
              <a:ext cx="3624296" cy="1023222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/>
            <p:cNvSpPr/>
            <p:nvPr/>
          </p:nvSpPr>
          <p:spPr>
            <a:xfrm rot="-5400000">
              <a:off x="6628968" y="1481632"/>
              <a:ext cx="4040975" cy="1077562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154;p45">
            <a:extLst>
              <a:ext uri="{FF2B5EF4-FFF2-40B4-BE49-F238E27FC236}">
                <a16:creationId xmlns:a16="http://schemas.microsoft.com/office/drawing/2014/main" id="{51DDE3CE-D900-9D19-EA97-251DA69239A3}"/>
              </a:ext>
            </a:extLst>
          </p:cNvPr>
          <p:cNvSpPr txBox="1">
            <a:spLocks/>
          </p:cNvSpPr>
          <p:nvPr/>
        </p:nvSpPr>
        <p:spPr>
          <a:xfrm>
            <a:off x="720000" y="1323483"/>
            <a:ext cx="7416112" cy="329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400" b="1" dirty="0" err="1"/>
              <a:t>Samostatná</a:t>
            </a:r>
            <a:r>
              <a:rPr lang="en-US" sz="1400" b="1" dirty="0"/>
              <a:t> </a:t>
            </a:r>
            <a:r>
              <a:rPr lang="en-US" sz="1400" b="1" dirty="0" err="1"/>
              <a:t>realizácia</a:t>
            </a:r>
            <a:r>
              <a:rPr lang="en-US" sz="1400" b="1" dirty="0"/>
              <a:t> </a:t>
            </a:r>
            <a:r>
              <a:rPr lang="en-US" sz="1400" b="1" dirty="0" err="1"/>
              <a:t>projektu</a:t>
            </a:r>
            <a:endParaRPr lang="en-US" sz="1400" b="1" dirty="0"/>
          </a:p>
          <a:p>
            <a:pPr marL="0" indent="0"/>
            <a:r>
              <a:rPr lang="en-US" dirty="0" err="1"/>
              <a:t>Keďže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projekte</a:t>
            </a:r>
            <a:r>
              <a:rPr lang="en-US" dirty="0"/>
              <a:t> </a:t>
            </a:r>
            <a:r>
              <a:rPr lang="en-US" dirty="0" err="1"/>
              <a:t>pracoval</a:t>
            </a:r>
            <a:r>
              <a:rPr lang="en-US" dirty="0"/>
              <a:t> </a:t>
            </a:r>
            <a:r>
              <a:rPr lang="en-US" dirty="0" err="1"/>
              <a:t>sám</a:t>
            </a:r>
            <a:r>
              <a:rPr lang="en-US" dirty="0"/>
              <a:t>, </a:t>
            </a:r>
            <a:r>
              <a:rPr lang="en-US" dirty="0" err="1"/>
              <a:t>zodpovedal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za </a:t>
            </a:r>
            <a:r>
              <a:rPr lang="en-US" dirty="0" err="1"/>
              <a:t>všetky</a:t>
            </a:r>
            <a:r>
              <a:rPr lang="en-US" dirty="0"/>
              <a:t> </a:t>
            </a:r>
            <a:r>
              <a:rPr lang="en-US" dirty="0" err="1"/>
              <a:t>časti</a:t>
            </a:r>
            <a:r>
              <a:rPr lang="en-US" dirty="0"/>
              <a:t> </a:t>
            </a:r>
            <a:r>
              <a:rPr lang="en-US" dirty="0" err="1"/>
              <a:t>vývoja</a:t>
            </a:r>
            <a:r>
              <a:rPr lang="en-US" dirty="0"/>
              <a:t>:</a:t>
            </a:r>
          </a:p>
          <a:p>
            <a:pPr marL="0" indent="0"/>
            <a:endParaRPr lang="en-US" dirty="0"/>
          </a:p>
          <a:p>
            <a:pPr marL="0" indent="0"/>
            <a:r>
              <a:rPr lang="en-US" sz="1400" b="1" dirty="0" err="1"/>
              <a:t>Grafická</a:t>
            </a:r>
            <a:r>
              <a:rPr lang="en-US" sz="1400" b="1" dirty="0"/>
              <a:t> </a:t>
            </a:r>
            <a:r>
              <a:rPr lang="en-US" sz="1400" b="1" dirty="0" err="1"/>
              <a:t>časť</a:t>
            </a:r>
            <a:endParaRPr lang="en-US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Návrh</a:t>
            </a:r>
            <a:r>
              <a:rPr lang="en-US" dirty="0"/>
              <a:t> a </a:t>
            </a:r>
            <a:r>
              <a:rPr lang="en-US" dirty="0" err="1"/>
              <a:t>implementácia</a:t>
            </a:r>
            <a:r>
              <a:rPr lang="en-US" dirty="0"/>
              <a:t> </a:t>
            </a:r>
            <a:r>
              <a:rPr lang="en-US" dirty="0" err="1"/>
              <a:t>grafického</a:t>
            </a:r>
            <a:r>
              <a:rPr lang="en-US" dirty="0"/>
              <a:t> </a:t>
            </a:r>
            <a:r>
              <a:rPr lang="en-US" dirty="0" err="1"/>
              <a:t>rozhrania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Vykreslenie</a:t>
            </a:r>
            <a:r>
              <a:rPr lang="en-US" dirty="0"/>
              <a:t> </a:t>
            </a:r>
            <a:r>
              <a:rPr lang="en-US" dirty="0" err="1"/>
              <a:t>terča</a:t>
            </a:r>
            <a:r>
              <a:rPr lang="en-US" dirty="0"/>
              <a:t> a </a:t>
            </a:r>
            <a:r>
              <a:rPr lang="en-US" dirty="0" err="1"/>
              <a:t>mieridiel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Vizualizácia</a:t>
            </a:r>
            <a:r>
              <a:rPr lang="en-US" dirty="0"/>
              <a:t> </a:t>
            </a:r>
            <a:r>
              <a:rPr lang="en-US" dirty="0" err="1"/>
              <a:t>výsledkov</a:t>
            </a:r>
            <a:r>
              <a:rPr lang="en-US" dirty="0"/>
              <a:t> a </a:t>
            </a:r>
            <a:r>
              <a:rPr lang="en-US" dirty="0" err="1"/>
              <a:t>zásahov</a:t>
            </a:r>
            <a:endParaRPr lang="en-US" dirty="0"/>
          </a:p>
          <a:p>
            <a:pPr marL="179388" indent="0"/>
            <a:endParaRPr lang="en-US" dirty="0"/>
          </a:p>
          <a:p>
            <a:pPr marL="179388" indent="0"/>
            <a:r>
              <a:rPr lang="en-US" sz="1400" b="1" dirty="0" err="1"/>
              <a:t>Simulácia</a:t>
            </a:r>
            <a:r>
              <a:rPr lang="en-US" sz="1400" b="1" dirty="0"/>
              <a:t> a </a:t>
            </a:r>
            <a:r>
              <a:rPr lang="en-US" sz="1400" b="1" dirty="0" err="1"/>
              <a:t>logika</a:t>
            </a:r>
            <a:endParaRPr lang="en-US" sz="1400" b="1" dirty="0"/>
          </a:p>
          <a:p>
            <a:pPr marL="179388" indent="0">
              <a:buFont typeface="Arial" panose="020B0604020202020204" pitchFamily="34" charset="0"/>
              <a:buChar char="•"/>
            </a:pPr>
            <a:r>
              <a:rPr lang="en-US" dirty="0" err="1"/>
              <a:t>Modelovanie</a:t>
            </a:r>
            <a:r>
              <a:rPr lang="en-US" dirty="0"/>
              <a:t> </a:t>
            </a:r>
            <a:r>
              <a:rPr lang="en-US" dirty="0" err="1"/>
              <a:t>vplyvu</a:t>
            </a:r>
            <a:r>
              <a:rPr lang="en-US" dirty="0"/>
              <a:t> </a:t>
            </a:r>
            <a:r>
              <a:rPr lang="en-US" dirty="0" err="1"/>
              <a:t>vetra</a:t>
            </a:r>
            <a:r>
              <a:rPr lang="en-US" dirty="0"/>
              <a:t> (</a:t>
            </a:r>
            <a:r>
              <a:rPr lang="en-US" dirty="0" err="1"/>
              <a:t>konštantný</a:t>
            </a:r>
            <a:r>
              <a:rPr lang="en-US" dirty="0"/>
              <a:t>, </a:t>
            </a:r>
            <a:r>
              <a:rPr lang="en-US" dirty="0" err="1"/>
              <a:t>nárazový</a:t>
            </a:r>
            <a:r>
              <a:rPr lang="en-US" dirty="0"/>
              <a:t>)</a:t>
            </a:r>
          </a:p>
          <a:p>
            <a:pPr marL="179388" indent="0">
              <a:buFont typeface="Arial" panose="020B0604020202020204" pitchFamily="34" charset="0"/>
              <a:buChar char="•"/>
            </a:pPr>
            <a:r>
              <a:rPr lang="en-US" dirty="0" err="1"/>
              <a:t>Implementácia</a:t>
            </a:r>
            <a:r>
              <a:rPr lang="en-US" dirty="0"/>
              <a:t> </a:t>
            </a:r>
            <a:r>
              <a:rPr lang="en-US" dirty="0" err="1"/>
              <a:t>fyzickej</a:t>
            </a:r>
            <a:r>
              <a:rPr lang="en-US" dirty="0"/>
              <a:t> </a:t>
            </a:r>
            <a:r>
              <a:rPr lang="en-US" dirty="0" err="1"/>
              <a:t>nepohody</a:t>
            </a:r>
            <a:r>
              <a:rPr lang="en-US" dirty="0"/>
              <a:t> (</a:t>
            </a:r>
            <a:r>
              <a:rPr lang="en-US" dirty="0" err="1"/>
              <a:t>únava</a:t>
            </a:r>
            <a:r>
              <a:rPr lang="en-US" dirty="0"/>
              <a:t>, </a:t>
            </a:r>
            <a:r>
              <a:rPr lang="en-US" dirty="0" err="1"/>
              <a:t>poloha</a:t>
            </a:r>
            <a:r>
              <a:rPr lang="en-US" dirty="0"/>
              <a:t> </a:t>
            </a:r>
            <a:r>
              <a:rPr lang="en-US" dirty="0" err="1"/>
              <a:t>strelca</a:t>
            </a:r>
            <a:r>
              <a:rPr lang="en-US" dirty="0"/>
              <a:t>)</a:t>
            </a:r>
          </a:p>
          <a:p>
            <a:pPr marL="179388" indent="0">
              <a:buFont typeface="Arial" panose="020B0604020202020204" pitchFamily="34" charset="0"/>
              <a:buChar char="•"/>
            </a:pPr>
            <a:r>
              <a:rPr lang="en-US" dirty="0" err="1"/>
              <a:t>Výpočet</a:t>
            </a:r>
            <a:r>
              <a:rPr lang="en-US" dirty="0"/>
              <a:t> </a:t>
            </a:r>
            <a:r>
              <a:rPr lang="en-US" dirty="0" err="1"/>
              <a:t>rozptylu</a:t>
            </a:r>
            <a:r>
              <a:rPr lang="en-US" dirty="0"/>
              <a:t> a </a:t>
            </a:r>
            <a:r>
              <a:rPr lang="en-US" dirty="0" err="1"/>
              <a:t>skóre</a:t>
            </a:r>
            <a:r>
              <a:rPr lang="en-US" dirty="0"/>
              <a:t> (</a:t>
            </a:r>
            <a:r>
              <a:rPr lang="en-US" dirty="0" err="1"/>
              <a:t>normálne</a:t>
            </a:r>
            <a:r>
              <a:rPr lang="en-US" dirty="0"/>
              <a:t>/</a:t>
            </a:r>
            <a:r>
              <a:rPr lang="en-US" dirty="0" err="1"/>
              <a:t>rovnomerné</a:t>
            </a:r>
            <a:r>
              <a:rPr lang="en-US" dirty="0"/>
              <a:t> </a:t>
            </a:r>
            <a:r>
              <a:rPr lang="en-US" dirty="0" err="1"/>
              <a:t>rozdelenie</a:t>
            </a:r>
            <a:r>
              <a:rPr lang="en-US" dirty="0"/>
              <a:t>)</a:t>
            </a:r>
          </a:p>
          <a:p>
            <a:pPr marL="179388" indent="0"/>
            <a:endParaRPr lang="en-US" dirty="0"/>
          </a:p>
          <a:p>
            <a:pPr marL="358775" indent="0"/>
            <a:r>
              <a:rPr lang="en-US" sz="1400" b="1" dirty="0" err="1"/>
              <a:t>Testovanie</a:t>
            </a:r>
            <a:r>
              <a:rPr lang="en-US" sz="1400" b="1" dirty="0"/>
              <a:t> a </a:t>
            </a:r>
            <a:r>
              <a:rPr lang="en-US" sz="1400" b="1" dirty="0" err="1"/>
              <a:t>optimalizácia</a:t>
            </a:r>
            <a:endParaRPr lang="en-US" sz="1400" b="1" dirty="0"/>
          </a:p>
          <a:p>
            <a:pPr marL="358775" indent="0">
              <a:buFont typeface="Arial" panose="020B0604020202020204" pitchFamily="34" charset="0"/>
              <a:buChar char="•"/>
            </a:pPr>
            <a:r>
              <a:rPr lang="en-US" dirty="0" err="1"/>
              <a:t>Ladenie</a:t>
            </a:r>
            <a:r>
              <a:rPr lang="en-US" dirty="0"/>
              <a:t> </a:t>
            </a:r>
            <a:r>
              <a:rPr lang="en-US" dirty="0" err="1"/>
              <a:t>presnosti</a:t>
            </a:r>
            <a:r>
              <a:rPr lang="en-US" dirty="0"/>
              <a:t> </a:t>
            </a:r>
            <a:r>
              <a:rPr lang="en-US" dirty="0" err="1"/>
              <a:t>simulácie</a:t>
            </a:r>
            <a:endParaRPr lang="en-US" dirty="0"/>
          </a:p>
          <a:p>
            <a:pPr marL="358775" indent="0">
              <a:buFont typeface="Arial" panose="020B0604020202020204" pitchFamily="34" charset="0"/>
              <a:buChar char="•"/>
            </a:pPr>
            <a:r>
              <a:rPr lang="en-US" dirty="0" err="1"/>
              <a:t>Overovanie</a:t>
            </a:r>
            <a:r>
              <a:rPr lang="en-US" dirty="0"/>
              <a:t> </a:t>
            </a:r>
            <a:r>
              <a:rPr lang="en-US" dirty="0" err="1"/>
              <a:t>reakcie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rôzne</a:t>
            </a:r>
            <a:r>
              <a:rPr lang="en-US" dirty="0"/>
              <a:t> </a:t>
            </a:r>
            <a:r>
              <a:rPr lang="en-US" dirty="0" err="1"/>
              <a:t>nastavenia</a:t>
            </a:r>
            <a:endParaRPr lang="en-US" dirty="0"/>
          </a:p>
          <a:p>
            <a:pPr marL="358775" indent="0">
              <a:buFont typeface="Arial" panose="020B0604020202020204" pitchFamily="34" charset="0"/>
              <a:buChar char="•"/>
            </a:pPr>
            <a:r>
              <a:rPr lang="en-US" dirty="0" err="1"/>
              <a:t>Príprava</a:t>
            </a:r>
            <a:r>
              <a:rPr lang="en-US" dirty="0"/>
              <a:t> </a:t>
            </a:r>
            <a:r>
              <a:rPr lang="en-US" dirty="0" err="1"/>
              <a:t>ukážkovej</a:t>
            </a:r>
            <a:r>
              <a:rPr lang="en-US" dirty="0"/>
              <a:t> </a:t>
            </a:r>
            <a:r>
              <a:rPr lang="en-US" dirty="0" err="1"/>
              <a:t>demonštrácie</a:t>
            </a:r>
            <a:endParaRPr lang="en-US" dirty="0"/>
          </a:p>
        </p:txBody>
      </p:sp>
      <p:pic>
        <p:nvPicPr>
          <p:cNvPr id="12" name="Obrázok 11">
            <a:extLst>
              <a:ext uri="{FF2B5EF4-FFF2-40B4-BE49-F238E27FC236}">
                <a16:creationId xmlns:a16="http://schemas.microsoft.com/office/drawing/2014/main" id="{48F3DDF8-D907-FBA1-3F58-BB8EF1B1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838" y="1943875"/>
            <a:ext cx="2919637" cy="3007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dizajnu</a:t>
            </a:r>
            <a:r>
              <a:rPr lang="en-US" dirty="0"/>
              <a:t> </a:t>
            </a:r>
            <a:r>
              <a:rPr lang="en-US" dirty="0" err="1"/>
              <a:t>aplikácie</a:t>
            </a:r>
            <a:endParaRPr lang="en-US" dirty="0"/>
          </a:p>
        </p:txBody>
      </p:sp>
      <p:sp>
        <p:nvSpPr>
          <p:cNvPr id="1164" name="Google Shape;1164;p46"/>
          <p:cNvSpPr txBox="1">
            <a:spLocks noGrp="1"/>
          </p:cNvSpPr>
          <p:nvPr>
            <p:ph type="subTitle" idx="1"/>
          </p:nvPr>
        </p:nvSpPr>
        <p:spPr>
          <a:xfrm>
            <a:off x="720000" y="1162011"/>
            <a:ext cx="3852000" cy="26062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 err="1"/>
              <a:t>Grafické</a:t>
            </a:r>
            <a:r>
              <a:rPr lang="en-US" sz="1400" b="1" dirty="0"/>
              <a:t> </a:t>
            </a:r>
            <a:r>
              <a:rPr lang="en-US" sz="1400" b="1" dirty="0" err="1"/>
              <a:t>rozhranie</a:t>
            </a:r>
            <a:endParaRPr lang="en-US" sz="14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/>
              <a:t>Hlavná</a:t>
            </a:r>
            <a:r>
              <a:rPr lang="en-US" b="1" dirty="0"/>
              <a:t> </a:t>
            </a:r>
            <a:r>
              <a:rPr lang="en-US" b="1" dirty="0" err="1"/>
              <a:t>obrazovka</a:t>
            </a:r>
            <a:r>
              <a:rPr lang="en-US" b="1" dirty="0"/>
              <a:t>: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Terč</a:t>
            </a:r>
            <a:r>
              <a:rPr lang="en-US" dirty="0"/>
              <a:t> s 10 </a:t>
            </a:r>
            <a:r>
              <a:rPr lang="en-US" dirty="0" err="1"/>
              <a:t>kružnicami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Pohyblivé</a:t>
            </a:r>
            <a:r>
              <a:rPr lang="en-US" dirty="0"/>
              <a:t> </a:t>
            </a:r>
            <a:r>
              <a:rPr lang="en-US" dirty="0" err="1"/>
              <a:t>mieridlá</a:t>
            </a:r>
            <a:r>
              <a:rPr lang="en-US" dirty="0"/>
              <a:t> </a:t>
            </a:r>
            <a:r>
              <a:rPr lang="en-US" dirty="0" err="1"/>
              <a:t>ovládané</a:t>
            </a:r>
            <a:r>
              <a:rPr lang="en-US" dirty="0"/>
              <a:t> </a:t>
            </a:r>
            <a:r>
              <a:rPr lang="en-US" dirty="0" err="1"/>
              <a:t>myšou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/>
              <a:t>Konfiguračný</a:t>
            </a:r>
            <a:r>
              <a:rPr lang="en-US" b="1" dirty="0"/>
              <a:t> panel:</a:t>
            </a:r>
          </a:p>
          <a:p>
            <a:pPr marL="171450" indent="-171450">
              <a:buSzPts val="1100"/>
            </a:pPr>
            <a:r>
              <a:rPr lang="en-US" dirty="0" err="1"/>
              <a:t>Nastavenie</a:t>
            </a:r>
            <a:r>
              <a:rPr lang="en-US" dirty="0"/>
              <a:t> </a:t>
            </a:r>
            <a:r>
              <a:rPr lang="en-US" dirty="0" err="1"/>
              <a:t>sily</a:t>
            </a:r>
            <a:r>
              <a:rPr lang="en-US" dirty="0"/>
              <a:t> </a:t>
            </a:r>
            <a:r>
              <a:rPr lang="en-US" dirty="0" err="1"/>
              <a:t>vetra</a:t>
            </a:r>
            <a:r>
              <a:rPr lang="en-US" dirty="0"/>
              <a:t> (0-10) – </a:t>
            </a:r>
            <a:r>
              <a:rPr lang="en-US" dirty="0" err="1"/>
              <a:t>posuvník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Výber</a:t>
            </a:r>
            <a:r>
              <a:rPr lang="en-US" dirty="0"/>
              <a:t> </a:t>
            </a:r>
            <a:r>
              <a:rPr lang="en-US" dirty="0" err="1"/>
              <a:t>fyzickej</a:t>
            </a:r>
            <a:r>
              <a:rPr lang="en-US" dirty="0"/>
              <a:t> </a:t>
            </a:r>
            <a:r>
              <a:rPr lang="en-US" dirty="0" err="1"/>
              <a:t>nepohody</a:t>
            </a:r>
            <a:r>
              <a:rPr lang="en-US" dirty="0"/>
              <a:t> (0-10) – </a:t>
            </a:r>
            <a:r>
              <a:rPr lang="en-US" dirty="0" err="1"/>
              <a:t>posuvník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Počet</a:t>
            </a:r>
            <a:r>
              <a:rPr lang="en-US" dirty="0"/>
              <a:t> </a:t>
            </a:r>
            <a:r>
              <a:rPr lang="en-US" dirty="0" err="1"/>
              <a:t>výstrelov</a:t>
            </a:r>
            <a:r>
              <a:rPr lang="en-US" dirty="0"/>
              <a:t> v </a:t>
            </a:r>
            <a:r>
              <a:rPr lang="en-US" dirty="0" err="1"/>
              <a:t>sérii</a:t>
            </a:r>
            <a:r>
              <a:rPr lang="en-US" dirty="0"/>
              <a:t> (1-xy) – </a:t>
            </a:r>
            <a:r>
              <a:rPr lang="en-US" dirty="0" err="1"/>
              <a:t>tlačidlá</a:t>
            </a:r>
            <a:r>
              <a:rPr lang="en-US" dirty="0"/>
              <a:t> +/-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 err="1"/>
              <a:t>Tabuľka</a:t>
            </a:r>
            <a:r>
              <a:rPr lang="en-US" b="1" dirty="0"/>
              <a:t> </a:t>
            </a:r>
            <a:r>
              <a:rPr lang="en-US" b="1" dirty="0" err="1"/>
              <a:t>výsledkov</a:t>
            </a:r>
            <a:r>
              <a:rPr lang="en-US" b="1" dirty="0"/>
              <a:t>: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Zobrazenie</a:t>
            </a:r>
            <a:r>
              <a:rPr lang="en-US" dirty="0"/>
              <a:t> </a:t>
            </a:r>
            <a:r>
              <a:rPr lang="en-US" dirty="0" err="1"/>
              <a:t>bodov</a:t>
            </a:r>
            <a:r>
              <a:rPr lang="en-US" dirty="0"/>
              <a:t> za </a:t>
            </a:r>
            <a:r>
              <a:rPr lang="en-US" dirty="0" err="1"/>
              <a:t>aktuálnu</a:t>
            </a:r>
            <a:r>
              <a:rPr lang="en-US" dirty="0"/>
              <a:t> </a:t>
            </a:r>
            <a:r>
              <a:rPr lang="en-US" dirty="0" err="1"/>
              <a:t>sériu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Historické</a:t>
            </a:r>
            <a:r>
              <a:rPr lang="en-US" dirty="0"/>
              <a:t> </a:t>
            </a:r>
            <a:r>
              <a:rPr lang="en-US" dirty="0" err="1"/>
              <a:t>štatistiky</a:t>
            </a:r>
            <a:r>
              <a:rPr lang="en-US" dirty="0"/>
              <a:t> (</a:t>
            </a:r>
            <a:r>
              <a:rPr lang="en-US" dirty="0" err="1"/>
              <a:t>priemer</a:t>
            </a:r>
            <a:r>
              <a:rPr lang="en-US" dirty="0"/>
              <a:t>, </a:t>
            </a:r>
            <a:r>
              <a:rPr lang="en-US" dirty="0" err="1"/>
              <a:t>najlepší</a:t>
            </a:r>
            <a:r>
              <a:rPr lang="en-US" dirty="0"/>
              <a:t> </a:t>
            </a:r>
            <a:r>
              <a:rPr lang="en-US" dirty="0" err="1"/>
              <a:t>zásah</a:t>
            </a:r>
            <a:r>
              <a:rPr lang="en-US" dirty="0"/>
              <a:t>)</a:t>
            </a:r>
          </a:p>
        </p:txBody>
      </p:sp>
      <p:sp>
        <p:nvSpPr>
          <p:cNvPr id="1165" name="Google Shape;1165;p46"/>
          <p:cNvSpPr/>
          <p:nvPr/>
        </p:nvSpPr>
        <p:spPr>
          <a:xfrm flipH="1">
            <a:off x="26" y="3760075"/>
            <a:ext cx="6511968" cy="1383409"/>
          </a:xfrm>
          <a:custGeom>
            <a:avLst/>
            <a:gdLst/>
            <a:ahLst/>
            <a:cxnLst/>
            <a:rect l="l" t="t" r="r" b="b"/>
            <a:pathLst>
              <a:path w="35257" h="25247" extrusionOk="0">
                <a:moveTo>
                  <a:pt x="35256" y="1"/>
                </a:moveTo>
                <a:cubicBezTo>
                  <a:pt x="33931" y="2042"/>
                  <a:pt x="32880" y="4297"/>
                  <a:pt x="31066" y="5897"/>
                </a:cubicBezTo>
                <a:cubicBezTo>
                  <a:pt x="28598" y="8091"/>
                  <a:pt x="25124" y="8700"/>
                  <a:pt x="21834" y="9005"/>
                </a:cubicBezTo>
                <a:cubicBezTo>
                  <a:pt x="18543" y="9310"/>
                  <a:pt x="15130" y="9432"/>
                  <a:pt x="12174" y="10894"/>
                </a:cubicBezTo>
                <a:cubicBezTo>
                  <a:pt x="7146" y="13378"/>
                  <a:pt x="4754" y="19061"/>
                  <a:pt x="1372" y="23555"/>
                </a:cubicBezTo>
                <a:cubicBezTo>
                  <a:pt x="945" y="24150"/>
                  <a:pt x="488" y="24698"/>
                  <a:pt x="0" y="25247"/>
                </a:cubicBezTo>
                <a:lnTo>
                  <a:pt x="35256" y="25247"/>
                </a:lnTo>
                <a:lnTo>
                  <a:pt x="3525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46"/>
          <p:cNvSpPr/>
          <p:nvPr/>
        </p:nvSpPr>
        <p:spPr>
          <a:xfrm rot="10800000" flipH="1">
            <a:off x="21" y="4088927"/>
            <a:ext cx="7425622" cy="1054548"/>
          </a:xfrm>
          <a:custGeom>
            <a:avLst/>
            <a:gdLst/>
            <a:ahLst/>
            <a:cxnLst/>
            <a:rect l="l" t="t" r="r" b="b"/>
            <a:pathLst>
              <a:path w="55978" h="20643" extrusionOk="0">
                <a:moveTo>
                  <a:pt x="1" y="1"/>
                </a:moveTo>
                <a:lnTo>
                  <a:pt x="1" y="16197"/>
                </a:lnTo>
                <a:cubicBezTo>
                  <a:pt x="1189" y="17339"/>
                  <a:pt x="2560" y="18284"/>
                  <a:pt x="4023" y="18985"/>
                </a:cubicBezTo>
                <a:cubicBezTo>
                  <a:pt x="6458" y="20130"/>
                  <a:pt x="9135" y="20643"/>
                  <a:pt x="11825" y="20643"/>
                </a:cubicBezTo>
                <a:cubicBezTo>
                  <a:pt x="13395" y="20643"/>
                  <a:pt x="14969" y="20468"/>
                  <a:pt x="16501" y="20143"/>
                </a:cubicBezTo>
                <a:cubicBezTo>
                  <a:pt x="20645" y="19274"/>
                  <a:pt x="24531" y="17324"/>
                  <a:pt x="28096" y="15024"/>
                </a:cubicBezTo>
                <a:cubicBezTo>
                  <a:pt x="33063" y="11809"/>
                  <a:pt x="37664" y="7756"/>
                  <a:pt x="43332" y="6034"/>
                </a:cubicBezTo>
                <a:cubicBezTo>
                  <a:pt x="46120" y="5196"/>
                  <a:pt x="49061" y="4968"/>
                  <a:pt x="51712" y="3810"/>
                </a:cubicBezTo>
                <a:cubicBezTo>
                  <a:pt x="53464" y="3033"/>
                  <a:pt x="55124" y="1677"/>
                  <a:pt x="55978" y="1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7" name="Google Shape;1167;p46"/>
          <p:cNvGrpSpPr/>
          <p:nvPr/>
        </p:nvGrpSpPr>
        <p:grpSpPr>
          <a:xfrm>
            <a:off x="7503375" y="-126325"/>
            <a:ext cx="1757075" cy="5034625"/>
            <a:chOff x="7503375" y="-126325"/>
            <a:chExt cx="1757075" cy="5034625"/>
          </a:xfrm>
        </p:grpSpPr>
        <p:sp>
          <p:nvSpPr>
            <p:cNvPr id="1168" name="Google Shape;1168;p46"/>
            <p:cNvSpPr/>
            <p:nvPr/>
          </p:nvSpPr>
          <p:spPr>
            <a:xfrm>
              <a:off x="7503375" y="-126325"/>
              <a:ext cx="1757075" cy="5034625"/>
            </a:xfrm>
            <a:custGeom>
              <a:avLst/>
              <a:gdLst/>
              <a:ahLst/>
              <a:cxnLst/>
              <a:rect l="l" t="t" r="r" b="b"/>
              <a:pathLst>
                <a:path w="70283" h="201385" extrusionOk="0">
                  <a:moveTo>
                    <a:pt x="0" y="0"/>
                  </a:moveTo>
                  <a:cubicBezTo>
                    <a:pt x="6753" y="3374"/>
                    <a:pt x="10998" y="11338"/>
                    <a:pt x="12830" y="18661"/>
                  </a:cubicBezTo>
                  <a:cubicBezTo>
                    <a:pt x="18311" y="40570"/>
                    <a:pt x="16260" y="63837"/>
                    <a:pt x="20994" y="85919"/>
                  </a:cubicBezTo>
                  <a:cubicBezTo>
                    <a:pt x="23587" y="98015"/>
                    <a:pt x="27957" y="110233"/>
                    <a:pt x="35379" y="120131"/>
                  </a:cubicBezTo>
                  <a:cubicBezTo>
                    <a:pt x="44348" y="132092"/>
                    <a:pt x="59814" y="139435"/>
                    <a:pt x="65703" y="153177"/>
                  </a:cubicBezTo>
                  <a:cubicBezTo>
                    <a:pt x="70421" y="164188"/>
                    <a:pt x="71172" y="177128"/>
                    <a:pt x="69202" y="188944"/>
                  </a:cubicBezTo>
                  <a:cubicBezTo>
                    <a:pt x="68519" y="193042"/>
                    <a:pt x="66565" y="197670"/>
                    <a:pt x="68425" y="201385"/>
                  </a:cubicBezTo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sk-SK"/>
            </a:p>
          </p:txBody>
        </p:sp>
        <p:grpSp>
          <p:nvGrpSpPr>
            <p:cNvPr id="1169" name="Google Shape;1169;p46"/>
            <p:cNvGrpSpPr/>
            <p:nvPr/>
          </p:nvGrpSpPr>
          <p:grpSpPr>
            <a:xfrm>
              <a:off x="7768224" y="4"/>
              <a:ext cx="1383409" cy="4122941"/>
              <a:chOff x="7768224" y="4"/>
              <a:chExt cx="1383409" cy="4122941"/>
            </a:xfrm>
          </p:grpSpPr>
          <p:grpSp>
            <p:nvGrpSpPr>
              <p:cNvPr id="1170" name="Google Shape;1170;p46"/>
              <p:cNvGrpSpPr/>
              <p:nvPr/>
            </p:nvGrpSpPr>
            <p:grpSpPr>
              <a:xfrm rot="10800000">
                <a:off x="7768224" y="4"/>
                <a:ext cx="1383409" cy="4122941"/>
                <a:chOff x="-9" y="1020579"/>
                <a:chExt cx="1383409" cy="4122941"/>
              </a:xfrm>
            </p:grpSpPr>
            <p:sp>
              <p:nvSpPr>
                <p:cNvPr id="1171" name="Google Shape;1171;p46"/>
                <p:cNvSpPr/>
                <p:nvPr/>
              </p:nvSpPr>
              <p:spPr>
                <a:xfrm rot="5400000">
                  <a:off x="-1086315" y="2673805"/>
                  <a:ext cx="3556021" cy="1383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57" h="25247" extrusionOk="0">
                      <a:moveTo>
                        <a:pt x="35256" y="1"/>
                      </a:moveTo>
                      <a:cubicBezTo>
                        <a:pt x="33931" y="2042"/>
                        <a:pt x="32880" y="4297"/>
                        <a:pt x="31066" y="5897"/>
                      </a:cubicBezTo>
                      <a:cubicBezTo>
                        <a:pt x="28598" y="8091"/>
                        <a:pt x="25124" y="8700"/>
                        <a:pt x="21834" y="9005"/>
                      </a:cubicBezTo>
                      <a:cubicBezTo>
                        <a:pt x="18543" y="9310"/>
                        <a:pt x="15130" y="9432"/>
                        <a:pt x="12174" y="10894"/>
                      </a:cubicBezTo>
                      <a:cubicBezTo>
                        <a:pt x="7146" y="13378"/>
                        <a:pt x="4754" y="19061"/>
                        <a:pt x="1372" y="23555"/>
                      </a:cubicBezTo>
                      <a:cubicBezTo>
                        <a:pt x="945" y="24150"/>
                        <a:pt x="488" y="24698"/>
                        <a:pt x="0" y="25247"/>
                      </a:cubicBezTo>
                      <a:lnTo>
                        <a:pt x="35256" y="25247"/>
                      </a:lnTo>
                      <a:lnTo>
                        <a:pt x="3525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46"/>
                <p:cNvSpPr/>
                <p:nvPr/>
              </p:nvSpPr>
              <p:spPr>
                <a:xfrm rot="-5400000">
                  <a:off x="-1534186" y="2554765"/>
                  <a:ext cx="4122920" cy="1054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78" h="20643" extrusionOk="0">
                      <a:moveTo>
                        <a:pt x="1" y="1"/>
                      </a:moveTo>
                      <a:lnTo>
                        <a:pt x="1" y="16197"/>
                      </a:lnTo>
                      <a:cubicBezTo>
                        <a:pt x="1189" y="17339"/>
                        <a:pt x="2560" y="18284"/>
                        <a:pt x="4023" y="18985"/>
                      </a:cubicBezTo>
                      <a:cubicBezTo>
                        <a:pt x="6458" y="20130"/>
                        <a:pt x="9135" y="20643"/>
                        <a:pt x="11825" y="20643"/>
                      </a:cubicBezTo>
                      <a:cubicBezTo>
                        <a:pt x="13395" y="20643"/>
                        <a:pt x="14969" y="20468"/>
                        <a:pt x="16501" y="20143"/>
                      </a:cubicBezTo>
                      <a:cubicBezTo>
                        <a:pt x="20645" y="19274"/>
                        <a:pt x="24531" y="17324"/>
                        <a:pt x="28096" y="15024"/>
                      </a:cubicBezTo>
                      <a:cubicBezTo>
                        <a:pt x="33063" y="11809"/>
                        <a:pt x="37664" y="7756"/>
                        <a:pt x="43332" y="6034"/>
                      </a:cubicBezTo>
                      <a:cubicBezTo>
                        <a:pt x="46120" y="5196"/>
                        <a:pt x="49061" y="4968"/>
                        <a:pt x="51712" y="3810"/>
                      </a:cubicBezTo>
                      <a:cubicBezTo>
                        <a:pt x="53464" y="3033"/>
                        <a:pt x="55124" y="1677"/>
                        <a:pt x="5597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73" name="Google Shape;1173;p46"/>
              <p:cNvGrpSpPr/>
              <p:nvPr/>
            </p:nvGrpSpPr>
            <p:grpSpPr>
              <a:xfrm rot="6474896">
                <a:off x="8419359" y="251520"/>
                <a:ext cx="486744" cy="446627"/>
                <a:chOff x="608230" y="2788799"/>
                <a:chExt cx="486751" cy="446633"/>
              </a:xfrm>
            </p:grpSpPr>
            <p:sp>
              <p:nvSpPr>
                <p:cNvPr id="1174" name="Google Shape;1174;p46"/>
                <p:cNvSpPr/>
                <p:nvPr/>
              </p:nvSpPr>
              <p:spPr>
                <a:xfrm rot="-1425864">
                  <a:off x="633577" y="3050764"/>
                  <a:ext cx="159321" cy="159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45" h="23845" extrusionOk="0">
                      <a:moveTo>
                        <a:pt x="11930" y="1"/>
                      </a:moveTo>
                      <a:cubicBezTo>
                        <a:pt x="5348" y="1"/>
                        <a:pt x="0" y="5348"/>
                        <a:pt x="0" y="11930"/>
                      </a:cubicBezTo>
                      <a:cubicBezTo>
                        <a:pt x="0" y="18512"/>
                        <a:pt x="5348" y="23845"/>
                        <a:pt x="11930" y="23845"/>
                      </a:cubicBezTo>
                      <a:cubicBezTo>
                        <a:pt x="18512" y="23845"/>
                        <a:pt x="23844" y="18512"/>
                        <a:pt x="23844" y="11930"/>
                      </a:cubicBezTo>
                      <a:cubicBezTo>
                        <a:pt x="23844" y="5348"/>
                        <a:pt x="18512" y="1"/>
                        <a:pt x="1193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46"/>
                <p:cNvSpPr/>
                <p:nvPr/>
              </p:nvSpPr>
              <p:spPr>
                <a:xfrm rot="-1424170">
                  <a:off x="1007960" y="2800735"/>
                  <a:ext cx="75085" cy="75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45" h="23845" extrusionOk="0">
                      <a:moveTo>
                        <a:pt x="11930" y="1"/>
                      </a:moveTo>
                      <a:cubicBezTo>
                        <a:pt x="5348" y="1"/>
                        <a:pt x="0" y="5348"/>
                        <a:pt x="0" y="11930"/>
                      </a:cubicBezTo>
                      <a:cubicBezTo>
                        <a:pt x="0" y="18512"/>
                        <a:pt x="5348" y="23845"/>
                        <a:pt x="11930" y="23845"/>
                      </a:cubicBezTo>
                      <a:cubicBezTo>
                        <a:pt x="18512" y="23845"/>
                        <a:pt x="23844" y="18512"/>
                        <a:pt x="23844" y="11930"/>
                      </a:cubicBezTo>
                      <a:cubicBezTo>
                        <a:pt x="23844" y="5348"/>
                        <a:pt x="18512" y="1"/>
                        <a:pt x="1193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76" name="Google Shape;1176;p46"/>
          <p:cNvGrpSpPr/>
          <p:nvPr/>
        </p:nvGrpSpPr>
        <p:grpSpPr>
          <a:xfrm rot="5400000">
            <a:off x="4399105" y="3898671"/>
            <a:ext cx="862937" cy="1106197"/>
            <a:chOff x="380155" y="151246"/>
            <a:chExt cx="862937" cy="1106197"/>
          </a:xfrm>
        </p:grpSpPr>
        <p:grpSp>
          <p:nvGrpSpPr>
            <p:cNvPr id="1177" name="Google Shape;1177;p46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1178" name="Google Shape;1178;p46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6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6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6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6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6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6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6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6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6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6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6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6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6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6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6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6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6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6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6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6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6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6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6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46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46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6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6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6" name="Google Shape;1206;p46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6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6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6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6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6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6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6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6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6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6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6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164;p46">
            <a:extLst>
              <a:ext uri="{FF2B5EF4-FFF2-40B4-BE49-F238E27FC236}">
                <a16:creationId xmlns:a16="http://schemas.microsoft.com/office/drawing/2014/main" id="{ECB172F5-DDB4-C420-A1EF-47CE88665410}"/>
              </a:ext>
            </a:extLst>
          </p:cNvPr>
          <p:cNvSpPr txBox="1">
            <a:spLocks/>
          </p:cNvSpPr>
          <p:nvPr/>
        </p:nvSpPr>
        <p:spPr>
          <a:xfrm>
            <a:off x="4565024" y="1303970"/>
            <a:ext cx="3852000" cy="297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en-US" sz="1400" b="1" dirty="0" err="1"/>
              <a:t>Ovládanie</a:t>
            </a:r>
            <a:endParaRPr lang="en-US" sz="1400" b="1" dirty="0"/>
          </a:p>
          <a:p>
            <a:pPr marL="0" indent="0">
              <a:buSzPts val="1100"/>
              <a:buFont typeface="Arial"/>
              <a:buNone/>
            </a:pPr>
            <a:endParaRPr lang="en-US" sz="800" dirty="0"/>
          </a:p>
          <a:p>
            <a:pPr marL="0" indent="0">
              <a:buSzPts val="1100"/>
              <a:buFont typeface="Arial"/>
              <a:buNone/>
            </a:pPr>
            <a:r>
              <a:rPr lang="en-US" b="1" dirty="0" err="1"/>
              <a:t>Pohyb</a:t>
            </a:r>
            <a:r>
              <a:rPr lang="en-US" b="1" dirty="0"/>
              <a:t> </a:t>
            </a:r>
            <a:r>
              <a:rPr lang="en-US" b="1" dirty="0" err="1"/>
              <a:t>mieridiel</a:t>
            </a:r>
            <a:r>
              <a:rPr lang="en-US" b="1" dirty="0"/>
              <a:t>:</a:t>
            </a:r>
          </a:p>
          <a:p>
            <a:pPr marL="171450" indent="-171450">
              <a:buSzPts val="1100"/>
            </a:pPr>
            <a:r>
              <a:rPr lang="en-US" dirty="0" err="1"/>
              <a:t>Myšou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terči</a:t>
            </a:r>
            <a:r>
              <a:rPr lang="en-US" dirty="0"/>
              <a:t> (</a:t>
            </a:r>
            <a:r>
              <a:rPr lang="en-US" dirty="0" err="1"/>
              <a:t>ovplyvnený</a:t>
            </a:r>
            <a:r>
              <a:rPr lang="en-US" dirty="0"/>
              <a:t> </a:t>
            </a:r>
            <a:r>
              <a:rPr lang="en-US" dirty="0" err="1"/>
              <a:t>vetrom</a:t>
            </a:r>
            <a:r>
              <a:rPr lang="en-US" dirty="0"/>
              <a:t> a </a:t>
            </a:r>
            <a:r>
              <a:rPr lang="en-US" dirty="0" err="1"/>
              <a:t>únavou</a:t>
            </a:r>
            <a:r>
              <a:rPr lang="en-US" dirty="0"/>
              <a:t>)</a:t>
            </a:r>
          </a:p>
          <a:p>
            <a:pPr marL="171450" indent="-171450">
              <a:buSzPts val="1100"/>
            </a:pPr>
            <a:r>
              <a:rPr lang="en-US" dirty="0" err="1"/>
              <a:t>Automatický</a:t>
            </a:r>
            <a:r>
              <a:rPr lang="en-US" dirty="0"/>
              <a:t> "tremor" </a:t>
            </a:r>
            <a:r>
              <a:rPr lang="en-US" dirty="0" err="1"/>
              <a:t>pri</a:t>
            </a:r>
            <a:r>
              <a:rPr lang="en-US" dirty="0"/>
              <a:t> </a:t>
            </a:r>
            <a:r>
              <a:rPr lang="en-US" dirty="0" err="1"/>
              <a:t>vyššej</a:t>
            </a:r>
            <a:r>
              <a:rPr lang="en-US" dirty="0"/>
              <a:t> </a:t>
            </a:r>
            <a:r>
              <a:rPr lang="en-US" dirty="0" err="1"/>
              <a:t>nepohode</a:t>
            </a:r>
            <a:endParaRPr lang="en-US" dirty="0"/>
          </a:p>
          <a:p>
            <a:pPr marL="0" indent="0">
              <a:buSzPts val="1100"/>
              <a:buFont typeface="Arial"/>
              <a:buNone/>
            </a:pPr>
            <a:endParaRPr lang="en-US" dirty="0"/>
          </a:p>
          <a:p>
            <a:pPr marL="0" indent="0">
              <a:buSzPts val="1100"/>
              <a:buFont typeface="Arial"/>
              <a:buNone/>
            </a:pPr>
            <a:r>
              <a:rPr lang="en-US" b="1" dirty="0" err="1"/>
              <a:t>Proces</a:t>
            </a:r>
            <a:r>
              <a:rPr lang="en-US" b="1" dirty="0"/>
              <a:t> </a:t>
            </a:r>
            <a:r>
              <a:rPr lang="en-US" b="1" dirty="0" err="1"/>
              <a:t>výstrelu</a:t>
            </a:r>
            <a:r>
              <a:rPr lang="en-US" b="1" dirty="0"/>
              <a:t>:</a:t>
            </a:r>
          </a:p>
          <a:p>
            <a:pPr marL="171450" indent="-171450">
              <a:buSzPts val="1100"/>
            </a:pPr>
            <a:r>
              <a:rPr lang="en-US" dirty="0" err="1"/>
              <a:t>Zamierenie</a:t>
            </a:r>
            <a:r>
              <a:rPr lang="en-US" dirty="0"/>
              <a:t> (</a:t>
            </a:r>
            <a:r>
              <a:rPr lang="en-US" dirty="0" err="1"/>
              <a:t>balancovanie</a:t>
            </a:r>
            <a:r>
              <a:rPr lang="en-US" dirty="0"/>
              <a:t> </a:t>
            </a:r>
            <a:r>
              <a:rPr lang="en-US" dirty="0" err="1"/>
              <a:t>mieridiel</a:t>
            </a:r>
            <a:r>
              <a:rPr lang="en-US" dirty="0"/>
              <a:t>)</a:t>
            </a:r>
          </a:p>
          <a:p>
            <a:pPr marL="171450" indent="-171450">
              <a:buSzPts val="1100"/>
            </a:pPr>
            <a:r>
              <a:rPr lang="en-US" dirty="0" err="1"/>
              <a:t>Krátka</a:t>
            </a:r>
            <a:r>
              <a:rPr lang="en-US" dirty="0"/>
              <a:t> </a:t>
            </a:r>
            <a:r>
              <a:rPr lang="en-US" dirty="0" err="1"/>
              <a:t>stabilizácia</a:t>
            </a:r>
            <a:r>
              <a:rPr lang="en-US" dirty="0"/>
              <a:t> (≤0.5s bez </a:t>
            </a:r>
            <a:r>
              <a:rPr lang="en-US" dirty="0" err="1"/>
              <a:t>pohybu</a:t>
            </a:r>
            <a:r>
              <a:rPr lang="en-US" dirty="0"/>
              <a:t>)</a:t>
            </a:r>
          </a:p>
          <a:p>
            <a:pPr marL="171450" indent="-171450">
              <a:buSzPts val="1100"/>
            </a:pPr>
            <a:r>
              <a:rPr lang="en-US" dirty="0" err="1"/>
              <a:t>Kliknutie</a:t>
            </a:r>
            <a:r>
              <a:rPr lang="en-US" dirty="0"/>
              <a:t> – </a:t>
            </a:r>
            <a:r>
              <a:rPr lang="en-US" dirty="0" err="1"/>
              <a:t>simulácia</a:t>
            </a:r>
            <a:r>
              <a:rPr lang="en-US" dirty="0"/>
              <a:t> </a:t>
            </a:r>
            <a:r>
              <a:rPr lang="en-US" dirty="0" err="1"/>
              <a:t>výstrelu</a:t>
            </a:r>
            <a:r>
              <a:rPr lang="en-US" dirty="0"/>
              <a:t> s </a:t>
            </a:r>
            <a:r>
              <a:rPr lang="en-US" dirty="0" err="1"/>
              <a:t>rozptylom</a:t>
            </a:r>
            <a:endParaRPr lang="en-US" dirty="0"/>
          </a:p>
          <a:p>
            <a:pPr marL="171450" indent="-171450">
              <a:buSzPts val="1100"/>
            </a:pPr>
            <a:r>
              <a:rPr lang="en-US" dirty="0" err="1"/>
              <a:t>Zobrazenie</a:t>
            </a:r>
            <a:r>
              <a:rPr lang="en-US" dirty="0"/>
              <a:t> </a:t>
            </a:r>
            <a:r>
              <a:rPr lang="en-US" dirty="0" err="1"/>
              <a:t>zásahu</a:t>
            </a:r>
            <a:r>
              <a:rPr lang="en-US" dirty="0"/>
              <a:t> a </a:t>
            </a:r>
            <a:r>
              <a:rPr lang="en-US" dirty="0" err="1"/>
              <a:t>bodového</a:t>
            </a:r>
            <a:r>
              <a:rPr lang="en-US" dirty="0"/>
              <a:t> </a:t>
            </a:r>
            <a:r>
              <a:rPr lang="en-US" dirty="0" err="1"/>
              <a:t>hodnotenia</a:t>
            </a:r>
            <a:endParaRPr lang="en-US" dirty="0"/>
          </a:p>
          <a:p>
            <a:pPr marL="0" indent="0">
              <a:buSzPts val="1100"/>
              <a:buFont typeface="Arial"/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49"/>
          <p:cNvPicPr preferRelativeResize="0"/>
          <p:nvPr/>
        </p:nvPicPr>
        <p:blipFill rotWithShape="1">
          <a:blip r:embed="rId3">
            <a:alphaModFix/>
          </a:blip>
          <a:srcRect l="4357" t="40614" r="15680" b="8964"/>
          <a:stretch/>
        </p:blipFill>
        <p:spPr>
          <a:xfrm rot="986231">
            <a:off x="6503948" y="-163574"/>
            <a:ext cx="3603301" cy="2068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0" name="Google Shape;1280;p49"/>
          <p:cNvGrpSpPr/>
          <p:nvPr/>
        </p:nvGrpSpPr>
        <p:grpSpPr>
          <a:xfrm>
            <a:off x="5638093" y="-29160"/>
            <a:ext cx="3505539" cy="1799460"/>
            <a:chOff x="5638093" y="-29160"/>
            <a:chExt cx="3505539" cy="1799460"/>
          </a:xfrm>
        </p:grpSpPr>
        <p:sp>
          <p:nvSpPr>
            <p:cNvPr id="1281" name="Google Shape;1281;p49"/>
            <p:cNvSpPr/>
            <p:nvPr/>
          </p:nvSpPr>
          <p:spPr>
            <a:xfrm rot="10800000" flipH="1">
              <a:off x="7380500" y="-29160"/>
              <a:ext cx="1763131" cy="1799460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rgbClr val="628C07">
                <a:alpha val="24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9"/>
            <p:cNvSpPr/>
            <p:nvPr/>
          </p:nvSpPr>
          <p:spPr>
            <a:xfrm rot="10800000" flipH="1">
              <a:off x="7677725" y="-4722"/>
              <a:ext cx="1465817" cy="1149645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9"/>
            <p:cNvSpPr/>
            <p:nvPr/>
          </p:nvSpPr>
          <p:spPr>
            <a:xfrm flipH="1">
              <a:off x="5638093" y="-4725"/>
              <a:ext cx="3505482" cy="861020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49"/>
          <p:cNvGrpSpPr/>
          <p:nvPr/>
        </p:nvGrpSpPr>
        <p:grpSpPr>
          <a:xfrm>
            <a:off x="-6" y="2766568"/>
            <a:ext cx="4867221" cy="2376698"/>
            <a:chOff x="-6" y="2766568"/>
            <a:chExt cx="4867221" cy="2376698"/>
          </a:xfrm>
        </p:grpSpPr>
        <p:sp>
          <p:nvSpPr>
            <p:cNvPr id="1285" name="Google Shape;1285;p49"/>
            <p:cNvSpPr/>
            <p:nvPr/>
          </p:nvSpPr>
          <p:spPr>
            <a:xfrm flipH="1">
              <a:off x="35" y="2766568"/>
              <a:ext cx="1147337" cy="2376694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rgbClr val="628C07">
                <a:alpha val="24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9"/>
            <p:cNvSpPr/>
            <p:nvPr/>
          </p:nvSpPr>
          <p:spPr>
            <a:xfrm flipH="1">
              <a:off x="-6" y="3754475"/>
              <a:ext cx="1731835" cy="1388761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9"/>
            <p:cNvSpPr/>
            <p:nvPr/>
          </p:nvSpPr>
          <p:spPr>
            <a:xfrm rot="10800000" flipH="1">
              <a:off x="-1" y="4294698"/>
              <a:ext cx="4867217" cy="848567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8" name="Google Shape;1288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dizajnu</a:t>
            </a:r>
            <a:r>
              <a:rPr lang="en-US" dirty="0"/>
              <a:t> </a:t>
            </a:r>
            <a:r>
              <a:rPr lang="en-US" dirty="0" err="1"/>
              <a:t>aplikácie</a:t>
            </a:r>
            <a:endParaRPr dirty="0"/>
          </a:p>
        </p:txBody>
      </p:sp>
      <p:grpSp>
        <p:nvGrpSpPr>
          <p:cNvPr id="1297" name="Google Shape;1297;p49"/>
          <p:cNvGrpSpPr/>
          <p:nvPr/>
        </p:nvGrpSpPr>
        <p:grpSpPr>
          <a:xfrm rot="10800000">
            <a:off x="8187405" y="3801974"/>
            <a:ext cx="486751" cy="446633"/>
            <a:chOff x="608230" y="2788799"/>
            <a:chExt cx="486751" cy="446633"/>
          </a:xfrm>
        </p:grpSpPr>
        <p:sp>
          <p:nvSpPr>
            <p:cNvPr id="1298" name="Google Shape;1298;p49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9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BlokTextu 22">
            <a:extLst>
              <a:ext uri="{FF2B5EF4-FFF2-40B4-BE49-F238E27FC236}">
                <a16:creationId xmlns:a16="http://schemas.microsoft.com/office/drawing/2014/main" id="{FAA50B7F-68C8-3C2C-20EA-01D2B70EFDB6}"/>
              </a:ext>
            </a:extLst>
          </p:cNvPr>
          <p:cNvSpPr txBox="1"/>
          <p:nvPr/>
        </p:nvSpPr>
        <p:spPr>
          <a:xfrm>
            <a:off x="1063301" y="1476260"/>
            <a:ext cx="4642790" cy="11462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target_image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pygame.image.load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>
                <a:solidFill>
                  <a:srgbClr val="CE9178"/>
                </a:solidFill>
                <a:effectLst/>
                <a:latin typeface="Monocraft" panose="02000609000000000000" pitchFamily="49" charset="0"/>
              </a:rPr>
              <a:t>"terc.png"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target_image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pygame.transform.scale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target_image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(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500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500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crosshair_image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pygame.image.load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>
                <a:solidFill>
                  <a:srgbClr val="CE9178"/>
                </a:solidFill>
                <a:effectLst/>
                <a:latin typeface="Monocraft" panose="02000609000000000000" pitchFamily="49" charset="0"/>
              </a:rPr>
              <a:t>"cross1.png"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crosshair_image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pygame.transform.scale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crosshair_image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(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50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50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))</a:t>
            </a:r>
            <a:b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</a:b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target_rect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target_image.get_rect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>
                <a:solidFill>
                  <a:srgbClr val="9CDCFE"/>
                </a:solidFill>
                <a:effectLst/>
                <a:latin typeface="Monocraft" panose="02000609000000000000" pitchFamily="49" charset="0"/>
              </a:rPr>
              <a:t>center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(width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height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-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150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crosshair_rect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crosshair_image.get_rect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()</a:t>
            </a:r>
          </a:p>
        </p:txBody>
      </p:sp>
      <p:sp>
        <p:nvSpPr>
          <p:cNvPr id="24" name="Google Shape;1164;p46">
            <a:extLst>
              <a:ext uri="{FF2B5EF4-FFF2-40B4-BE49-F238E27FC236}">
                <a16:creationId xmlns:a16="http://schemas.microsoft.com/office/drawing/2014/main" id="{CCB422A7-D56A-FA4C-C2DB-21E4192CE2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97613" y="1162200"/>
            <a:ext cx="3852000" cy="26062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/>
              <a:t>1. </a:t>
            </a:r>
            <a:r>
              <a:rPr lang="en-US" sz="1400" b="1" dirty="0" err="1"/>
              <a:t>Inicializácia</a:t>
            </a:r>
            <a:r>
              <a:rPr lang="en-US" sz="1400" b="1" dirty="0"/>
              <a:t> </a:t>
            </a:r>
            <a:r>
              <a:rPr lang="en-US" sz="1400" b="1" dirty="0" err="1"/>
              <a:t>terča</a:t>
            </a:r>
            <a:r>
              <a:rPr lang="en-US" sz="1400" b="1" dirty="0"/>
              <a:t> a </a:t>
            </a:r>
            <a:r>
              <a:rPr lang="en-US" sz="1400" b="1" dirty="0" err="1"/>
              <a:t>mieridiel</a:t>
            </a:r>
            <a:endParaRPr lang="en-US" sz="14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800" b="1" dirty="0"/>
          </a:p>
        </p:txBody>
      </p:sp>
      <p:sp>
        <p:nvSpPr>
          <p:cNvPr id="26" name="Google Shape;1164;p46">
            <a:extLst>
              <a:ext uri="{FF2B5EF4-FFF2-40B4-BE49-F238E27FC236}">
                <a16:creationId xmlns:a16="http://schemas.microsoft.com/office/drawing/2014/main" id="{F715A98C-F21C-119C-1A47-4FEF86316E36}"/>
              </a:ext>
            </a:extLst>
          </p:cNvPr>
          <p:cNvSpPr txBox="1">
            <a:spLocks/>
          </p:cNvSpPr>
          <p:nvPr/>
        </p:nvSpPr>
        <p:spPr>
          <a:xfrm>
            <a:off x="1854091" y="2766568"/>
            <a:ext cx="3852000" cy="260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pt-BR" sz="1400" b="1" dirty="0"/>
              <a:t>2.Ovládanie posuvníkov (vietor/nepohoda)</a:t>
            </a:r>
            <a:endParaRPr lang="en-US" sz="800" b="1" dirty="0"/>
          </a:p>
        </p:txBody>
      </p:sp>
      <p:sp>
        <p:nvSpPr>
          <p:cNvPr id="28" name="BlokTextu 27">
            <a:extLst>
              <a:ext uri="{FF2B5EF4-FFF2-40B4-BE49-F238E27FC236}">
                <a16:creationId xmlns:a16="http://schemas.microsoft.com/office/drawing/2014/main" id="{2B2DFB1D-25BB-A28B-CDDC-98E2A8B3E90F}"/>
              </a:ext>
            </a:extLst>
          </p:cNvPr>
          <p:cNvSpPr txBox="1"/>
          <p:nvPr/>
        </p:nvSpPr>
        <p:spPr>
          <a:xfrm>
            <a:off x="1932878" y="3082918"/>
            <a:ext cx="6768389" cy="150528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700" b="0" dirty="0">
                <a:solidFill>
                  <a:srgbClr val="569CD6"/>
                </a:solidFill>
                <a:effectLst/>
                <a:latin typeface="Monocraft" panose="02000609000000000000" pitchFamily="49" charset="0"/>
              </a:rPr>
              <a:t>def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DCDCAA"/>
                </a:solidFill>
                <a:effectLst/>
                <a:latin typeface="Monocraft" panose="02000609000000000000" pitchFamily="49" charset="0"/>
              </a:rPr>
              <a:t>draw_slider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</a:t>
            </a:r>
            <a:r>
              <a:rPr lang="en-US" sz="700" b="0" dirty="0" err="1">
                <a:solidFill>
                  <a:srgbClr val="9CDCFE"/>
                </a:solidFill>
                <a:effectLst/>
                <a:latin typeface="Monocraft" panose="02000609000000000000" pitchFamily="49" charset="0"/>
              </a:rPr>
              <a:t>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>
                <a:solidFill>
                  <a:srgbClr val="9CDCFE"/>
                </a:solidFill>
                <a:effectLst/>
                <a:latin typeface="Monocraft" panose="02000609000000000000" pitchFamily="49" charset="0"/>
              </a:rPr>
              <a:t>value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9CDCFE"/>
                </a:solidFill>
                <a:effectLst/>
                <a:latin typeface="Monocraft" panose="02000609000000000000" pitchFamily="49" charset="0"/>
              </a:rPr>
              <a:t>max_value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   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pygame.draw.rect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(screen, gray,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   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fill_width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rect.width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*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(value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max_value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   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pygame.draw.rect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(screen,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slider_color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(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rect.x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rect.y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fill_width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rect.height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))</a:t>
            </a:r>
          </a:p>
          <a:p>
            <a:pPr>
              <a:lnSpc>
                <a:spcPts val="1425"/>
              </a:lnSpc>
            </a:pPr>
            <a:endParaRPr lang="en-US" sz="700" dirty="0">
              <a:solidFill>
                <a:srgbClr val="CCCCCC"/>
              </a:solidFill>
              <a:latin typeface="Monocraft" panose="02000609000000000000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wind_slider_rect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(width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-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height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-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310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slider_height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discomfort_slider_rect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=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pygame.Rect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(width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-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//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height </a:t>
            </a:r>
            <a:r>
              <a:rPr lang="en-US" sz="700" b="0" dirty="0">
                <a:solidFill>
                  <a:srgbClr val="D4D4D4"/>
                </a:solidFill>
                <a:effectLst/>
                <a:latin typeface="Monocraft" panose="02000609000000000000" pitchFamily="49" charset="0"/>
              </a:rPr>
              <a:t>-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 </a:t>
            </a:r>
            <a:r>
              <a:rPr lang="en-US" sz="700" b="0" dirty="0">
                <a:solidFill>
                  <a:srgbClr val="B5CEA8"/>
                </a:solidFill>
                <a:effectLst/>
                <a:latin typeface="Monocraft" panose="02000609000000000000" pitchFamily="49" charset="0"/>
              </a:rPr>
              <a:t>250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slider_width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, </a:t>
            </a:r>
            <a:r>
              <a:rPr lang="en-US" sz="700" b="0" dirty="0" err="1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slider_height</a:t>
            </a:r>
            <a:r>
              <a:rPr lang="en-US" sz="700" b="0" dirty="0">
                <a:solidFill>
                  <a:srgbClr val="CCCCCC"/>
                </a:solidFill>
                <a:effectLst/>
                <a:latin typeface="Monocraft" panose="02000609000000000000" pitchFamily="49" charset="0"/>
              </a:rPr>
              <a:t>)</a:t>
            </a:r>
          </a:p>
          <a:p>
            <a:pPr>
              <a:lnSpc>
                <a:spcPts val="1425"/>
              </a:lnSpc>
            </a:pPr>
            <a:endParaRPr lang="en-US" sz="700" b="0" dirty="0">
              <a:solidFill>
                <a:srgbClr val="CCCCCC"/>
              </a:solidFill>
              <a:effectLst/>
              <a:latin typeface="Monocraft" panose="02000609000000000000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Simulácie</a:t>
            </a:r>
            <a:r>
              <a:rPr lang="en-US" sz="3200" dirty="0"/>
              <a:t> a </a:t>
            </a:r>
            <a:r>
              <a:rPr lang="en-US" sz="3200" dirty="0" err="1"/>
              <a:t>algoritmy</a:t>
            </a:r>
            <a:endParaRPr dirty="0"/>
          </a:p>
        </p:txBody>
      </p:sp>
      <p:sp>
        <p:nvSpPr>
          <p:cNvPr id="1305" name="Google Shape;1305;p50"/>
          <p:cNvSpPr txBox="1">
            <a:spLocks noGrp="1"/>
          </p:cNvSpPr>
          <p:nvPr>
            <p:ph type="subTitle" idx="13"/>
          </p:nvPr>
        </p:nvSpPr>
        <p:spPr>
          <a:xfrm>
            <a:off x="1455218" y="2918221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Normálne</a:t>
            </a:r>
            <a:r>
              <a:rPr lang="en-US" dirty="0"/>
              <a:t> </a:t>
            </a:r>
            <a:r>
              <a:rPr lang="en-US" dirty="0" err="1"/>
              <a:t>rozdelenie</a:t>
            </a:r>
            <a:endParaRPr dirty="0"/>
          </a:p>
        </p:txBody>
      </p:sp>
      <p:sp>
        <p:nvSpPr>
          <p:cNvPr id="1307" name="Google Shape;1307;p50"/>
          <p:cNvSpPr txBox="1">
            <a:spLocks noGrp="1"/>
          </p:cNvSpPr>
          <p:nvPr>
            <p:ph type="subTitle" idx="7"/>
          </p:nvPr>
        </p:nvSpPr>
        <p:spPr>
          <a:xfrm>
            <a:off x="718199" y="1462172"/>
            <a:ext cx="2194185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Rovnomerné</a:t>
            </a:r>
            <a:r>
              <a:rPr lang="en-US" dirty="0"/>
              <a:t> </a:t>
            </a:r>
            <a:r>
              <a:rPr lang="en-US" dirty="0" err="1"/>
              <a:t>rozdelenie</a:t>
            </a:r>
            <a:endParaRPr dirty="0"/>
          </a:p>
        </p:txBody>
      </p:sp>
      <p:sp>
        <p:nvSpPr>
          <p:cNvPr id="1308" name="Google Shape;1308;p50"/>
          <p:cNvSpPr txBox="1">
            <a:spLocks noGrp="1"/>
          </p:cNvSpPr>
          <p:nvPr>
            <p:ph type="subTitle" idx="1"/>
          </p:nvPr>
        </p:nvSpPr>
        <p:spPr>
          <a:xfrm>
            <a:off x="719999" y="1710161"/>
            <a:ext cx="2498985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Používa</a:t>
            </a:r>
            <a:r>
              <a:rPr lang="en-US" sz="1100" dirty="0"/>
              <a:t> </a:t>
            </a:r>
            <a:r>
              <a:rPr lang="en-US" sz="1100" dirty="0" err="1"/>
              <a:t>sa</a:t>
            </a:r>
            <a:r>
              <a:rPr lang="en-US" sz="1100" dirty="0"/>
              <a:t> pre </a:t>
            </a:r>
            <a:r>
              <a:rPr lang="en-US" sz="1100" b="1" dirty="0" err="1"/>
              <a:t>testovacie</a:t>
            </a:r>
            <a:r>
              <a:rPr lang="en-US" sz="1100" b="1" dirty="0"/>
              <a:t> </a:t>
            </a:r>
            <a:r>
              <a:rPr lang="en-US" sz="1100" b="1" dirty="0" err="1"/>
              <a:t>účely</a:t>
            </a:r>
            <a:endParaRPr lang="en-US" sz="1100" b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Všetky</a:t>
            </a:r>
            <a:r>
              <a:rPr lang="en-US" sz="1100" dirty="0"/>
              <a:t> body </a:t>
            </a:r>
            <a:r>
              <a:rPr lang="en-US" sz="1100" dirty="0" err="1"/>
              <a:t>majú</a:t>
            </a:r>
            <a:r>
              <a:rPr lang="en-US" sz="1100" dirty="0"/>
              <a:t> </a:t>
            </a:r>
            <a:r>
              <a:rPr lang="en-US" sz="1100" dirty="0" err="1"/>
              <a:t>rovnakú</a:t>
            </a:r>
            <a:r>
              <a:rPr lang="en-US" sz="1100" dirty="0"/>
              <a:t> </a:t>
            </a:r>
            <a:r>
              <a:rPr lang="en-US" sz="1100" dirty="0" err="1"/>
              <a:t>šancu</a:t>
            </a:r>
            <a:endParaRPr lang="en-US" sz="11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 err="1"/>
              <a:t>Kód</a:t>
            </a:r>
            <a:r>
              <a:rPr lang="en-US" sz="1100" dirty="0"/>
              <a:t>: </a:t>
            </a:r>
            <a:r>
              <a:rPr lang="en-US" sz="1100" dirty="0" err="1"/>
              <a:t>random.uniform</a:t>
            </a:r>
            <a:r>
              <a:rPr lang="en-US" sz="1100" dirty="0"/>
              <a:t>(-200, 200)</a:t>
            </a:r>
            <a:endParaRPr sz="1100" dirty="0"/>
          </a:p>
        </p:txBody>
      </p:sp>
      <p:sp>
        <p:nvSpPr>
          <p:cNvPr id="1310" name="Google Shape;1310;p50"/>
          <p:cNvSpPr txBox="1">
            <a:spLocks noGrp="1"/>
          </p:cNvSpPr>
          <p:nvPr>
            <p:ph type="subTitle" idx="3"/>
          </p:nvPr>
        </p:nvSpPr>
        <p:spPr>
          <a:xfrm>
            <a:off x="1455218" y="3295321"/>
            <a:ext cx="2498984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Realistický</a:t>
            </a:r>
            <a:r>
              <a:rPr lang="en-US" sz="1100" dirty="0"/>
              <a:t> </a:t>
            </a:r>
            <a:r>
              <a:rPr lang="en-US" sz="1100" b="1" dirty="0" err="1"/>
              <a:t>rozptyl</a:t>
            </a:r>
            <a:r>
              <a:rPr lang="en-US" sz="1100" b="1" dirty="0"/>
              <a:t> </a:t>
            </a:r>
            <a:r>
              <a:rPr lang="en-US" sz="1100" b="1" dirty="0" err="1"/>
              <a:t>streľby</a:t>
            </a:r>
            <a:endParaRPr lang="en-US" sz="1100" b="1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 err="1"/>
              <a:t>Väčšina</a:t>
            </a:r>
            <a:r>
              <a:rPr lang="en-US" sz="1100" dirty="0"/>
              <a:t> </a:t>
            </a:r>
            <a:r>
              <a:rPr lang="en-US" sz="1100" dirty="0" err="1"/>
              <a:t>zásahov</a:t>
            </a:r>
            <a:r>
              <a:rPr lang="en-US" sz="1100" dirty="0"/>
              <a:t> v </a:t>
            </a:r>
            <a:r>
              <a:rPr lang="en-US" sz="1100" dirty="0" err="1"/>
              <a:t>strede</a:t>
            </a:r>
            <a:r>
              <a:rPr lang="en-US" sz="1100" dirty="0"/>
              <a:t> </a:t>
            </a:r>
            <a:r>
              <a:rPr lang="en-US" sz="1100" dirty="0" err="1"/>
              <a:t>terča</a:t>
            </a:r>
            <a:endParaRPr lang="en-US" sz="1100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b="1" dirty="0" err="1"/>
              <a:t>Kód</a:t>
            </a:r>
            <a:r>
              <a:rPr lang="en-US" sz="1100" dirty="0"/>
              <a:t>: </a:t>
            </a:r>
            <a:r>
              <a:rPr lang="en-US" sz="1100" dirty="0" err="1"/>
              <a:t>random.gauss</a:t>
            </a:r>
            <a:r>
              <a:rPr lang="en-US" sz="1100" dirty="0"/>
              <a:t>(0, 50)</a:t>
            </a:r>
            <a:endParaRPr sz="1100" dirty="0"/>
          </a:p>
        </p:txBody>
      </p:sp>
      <p:sp>
        <p:nvSpPr>
          <p:cNvPr id="1312" name="Google Shape;1312;p50"/>
          <p:cNvSpPr txBox="1">
            <a:spLocks noGrp="1"/>
          </p:cNvSpPr>
          <p:nvPr>
            <p:ph type="subTitle" idx="5"/>
          </p:nvPr>
        </p:nvSpPr>
        <p:spPr>
          <a:xfrm>
            <a:off x="4147286" y="1590653"/>
            <a:ext cx="5206788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/>
              <a:t>Konštantný</a:t>
            </a:r>
            <a:r>
              <a:rPr lang="en-US" sz="1100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/>
              <a:t>wind_effect</a:t>
            </a:r>
            <a:r>
              <a:rPr lang="en-US" sz="1100" dirty="0"/>
              <a:t> = </a:t>
            </a:r>
            <a:r>
              <a:rPr lang="en-US" sz="1100" dirty="0" err="1"/>
              <a:t>wind_level</a:t>
            </a:r>
            <a:r>
              <a:rPr lang="en-US" sz="1100" dirty="0"/>
              <a:t> * 1.5  # </a:t>
            </a:r>
            <a:r>
              <a:rPr lang="en-US" sz="1100" dirty="0" err="1"/>
              <a:t>stabilný</a:t>
            </a:r>
            <a:r>
              <a:rPr lang="en-US" sz="1100" dirty="0"/>
              <a:t> </a:t>
            </a:r>
            <a:r>
              <a:rPr lang="en-US" sz="1100" dirty="0" err="1"/>
              <a:t>posun</a:t>
            </a:r>
            <a:endParaRPr lang="en-US"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 err="1"/>
              <a:t>Nárazový</a:t>
            </a:r>
            <a:r>
              <a:rPr lang="en-US" sz="1100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 err="1"/>
              <a:t>wind_effect</a:t>
            </a:r>
            <a:r>
              <a:rPr lang="en-US" sz="1100" dirty="0"/>
              <a:t> = </a:t>
            </a:r>
            <a:r>
              <a:rPr lang="en-US" sz="1100" dirty="0" err="1"/>
              <a:t>wind_level</a:t>
            </a:r>
            <a:r>
              <a:rPr lang="en-US" sz="1100" dirty="0"/>
              <a:t> * </a:t>
            </a:r>
            <a:r>
              <a:rPr lang="en-US" sz="1100" dirty="0" err="1"/>
              <a:t>random.choice</a:t>
            </a:r>
            <a:r>
              <a:rPr lang="en-US" sz="1100" dirty="0"/>
              <a:t>([-3, 0, 3])  # </a:t>
            </a:r>
            <a:r>
              <a:rPr lang="en-US" sz="1100" dirty="0" err="1"/>
              <a:t>náhodné</a:t>
            </a:r>
            <a:r>
              <a:rPr lang="en-US" sz="1100" dirty="0"/>
              <a:t> </a:t>
            </a:r>
            <a:r>
              <a:rPr lang="en-US" sz="1100" dirty="0" err="1"/>
              <a:t>zmeny</a:t>
            </a:r>
            <a:r>
              <a:rPr lang="en-US" sz="1100" dirty="0"/>
              <a:t> </a:t>
            </a:r>
            <a:endParaRPr sz="1100" dirty="0"/>
          </a:p>
        </p:txBody>
      </p:sp>
      <p:sp>
        <p:nvSpPr>
          <p:cNvPr id="1313" name="Google Shape;1313;p50"/>
          <p:cNvSpPr txBox="1">
            <a:spLocks noGrp="1"/>
          </p:cNvSpPr>
          <p:nvPr>
            <p:ph type="subTitle" idx="6"/>
          </p:nvPr>
        </p:nvSpPr>
        <p:spPr>
          <a:xfrm>
            <a:off x="5034598" y="3208501"/>
            <a:ext cx="3378458" cy="13721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Únava</a:t>
            </a:r>
            <a:r>
              <a:rPr lang="en-US" b="1" dirty="0"/>
              <a:t>: </a:t>
            </a:r>
            <a:r>
              <a:rPr lang="en-US" dirty="0" err="1"/>
              <a:t>Zvyšuje</a:t>
            </a:r>
            <a:r>
              <a:rPr lang="en-US" dirty="0"/>
              <a:t> </a:t>
            </a:r>
            <a:r>
              <a:rPr lang="en-US" dirty="0" err="1"/>
              <a:t>rozptyl</a:t>
            </a:r>
            <a:r>
              <a:rPr lang="en-US" dirty="0"/>
              <a:t> (</a:t>
            </a:r>
            <a:r>
              <a:rPr lang="en-US" dirty="0" err="1"/>
              <a:t>discomfort_level</a:t>
            </a:r>
            <a:r>
              <a:rPr lang="en-US" dirty="0"/>
              <a:t> * 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Poloha</a:t>
            </a:r>
            <a:r>
              <a:rPr lang="en-US" b="1" dirty="0"/>
              <a:t> </a:t>
            </a:r>
            <a:r>
              <a:rPr lang="en-US" b="1" dirty="0" err="1"/>
              <a:t>strelca</a:t>
            </a:r>
            <a:r>
              <a:rPr lang="en-US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Ľah</a:t>
            </a:r>
            <a:r>
              <a:rPr lang="en-US" dirty="0"/>
              <a:t> = </a:t>
            </a:r>
            <a:r>
              <a:rPr lang="en-US" dirty="0" err="1"/>
              <a:t>menší</a:t>
            </a:r>
            <a:r>
              <a:rPr lang="en-US" dirty="0"/>
              <a:t> </a:t>
            </a:r>
            <a:r>
              <a:rPr lang="en-US" dirty="0" err="1"/>
              <a:t>rozptyl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Stoj = </a:t>
            </a:r>
            <a:r>
              <a:rPr lang="en-US" dirty="0" err="1"/>
              <a:t>väčší</a:t>
            </a:r>
            <a:r>
              <a:rPr lang="en-US" dirty="0"/>
              <a:t> </a:t>
            </a:r>
            <a:r>
              <a:rPr lang="en-US" dirty="0" err="1"/>
              <a:t>rozptyl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14" name="Google Shape;1314;p50"/>
          <p:cNvSpPr txBox="1">
            <a:spLocks noGrp="1"/>
          </p:cNvSpPr>
          <p:nvPr>
            <p:ph type="subTitle" idx="9"/>
          </p:nvPr>
        </p:nvSpPr>
        <p:spPr>
          <a:xfrm>
            <a:off x="4048251" y="1310361"/>
            <a:ext cx="1984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Vplyv</a:t>
            </a:r>
            <a:r>
              <a:rPr lang="en-US" dirty="0"/>
              <a:t> </a:t>
            </a:r>
            <a:r>
              <a:rPr lang="en-US" dirty="0" err="1"/>
              <a:t>vetra</a:t>
            </a:r>
            <a:endParaRPr dirty="0"/>
          </a:p>
        </p:txBody>
      </p:sp>
      <p:sp>
        <p:nvSpPr>
          <p:cNvPr id="1316" name="Google Shape;1316;p50"/>
          <p:cNvSpPr txBox="1">
            <a:spLocks noGrp="1"/>
          </p:cNvSpPr>
          <p:nvPr>
            <p:ph type="subTitle" idx="15"/>
          </p:nvPr>
        </p:nvSpPr>
        <p:spPr>
          <a:xfrm>
            <a:off x="4982559" y="2909790"/>
            <a:ext cx="2099784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Fyzická</a:t>
            </a:r>
            <a:r>
              <a:rPr lang="en-US" dirty="0"/>
              <a:t> </a:t>
            </a:r>
            <a:r>
              <a:rPr lang="en-US" dirty="0" err="1"/>
              <a:t>nepohoda</a:t>
            </a:r>
            <a:endParaRPr lang="en-US" dirty="0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B5FC2D16-6B5F-C847-268B-E53E37455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318" y="48286"/>
            <a:ext cx="1674758" cy="1661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 err="1"/>
              <a:t>Ukážka</a:t>
            </a:r>
            <a:r>
              <a:rPr lang="en-US" sz="3200" dirty="0"/>
              <a:t> </a:t>
            </a:r>
            <a:r>
              <a:rPr lang="en-US" sz="3200" dirty="0" err="1"/>
              <a:t>funkčnosti</a:t>
            </a:r>
            <a:endParaRPr lang="en-US" sz="3200" dirty="0"/>
          </a:p>
        </p:txBody>
      </p:sp>
      <p:grpSp>
        <p:nvGrpSpPr>
          <p:cNvPr id="1272" name="Google Shape;1272;p48"/>
          <p:cNvGrpSpPr/>
          <p:nvPr/>
        </p:nvGrpSpPr>
        <p:grpSpPr>
          <a:xfrm rot="10800000">
            <a:off x="7392880" y="4096961"/>
            <a:ext cx="486751" cy="446633"/>
            <a:chOff x="608230" y="2788799"/>
            <a:chExt cx="486751" cy="446633"/>
          </a:xfrm>
        </p:grpSpPr>
        <p:sp>
          <p:nvSpPr>
            <p:cNvPr id="1273" name="Google Shape;1273;p48"/>
            <p:cNvSpPr/>
            <p:nvPr/>
          </p:nvSpPr>
          <p:spPr>
            <a:xfrm rot="-1425864">
              <a:off x="633577" y="3050764"/>
              <a:ext cx="159321" cy="159321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8"/>
            <p:cNvSpPr/>
            <p:nvPr/>
          </p:nvSpPr>
          <p:spPr>
            <a:xfrm rot="-1424170">
              <a:off x="1007960" y="2800735"/>
              <a:ext cx="75085" cy="75085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Obrázok 26">
            <a:extLst>
              <a:ext uri="{FF2B5EF4-FFF2-40B4-BE49-F238E27FC236}">
                <a16:creationId xmlns:a16="http://schemas.microsoft.com/office/drawing/2014/main" id="{AB6E25A3-D2F7-0E52-52AC-6B2257B02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99" y="1017726"/>
            <a:ext cx="2158200" cy="22228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" name="Obrázok 29">
            <a:extLst>
              <a:ext uri="{FF2B5EF4-FFF2-40B4-BE49-F238E27FC236}">
                <a16:creationId xmlns:a16="http://schemas.microsoft.com/office/drawing/2014/main" id="{7A5740C9-1DDB-E81F-2D78-FC9DCD11F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80" y="1702412"/>
            <a:ext cx="2158200" cy="22228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Obrázok 33">
            <a:extLst>
              <a:ext uri="{FF2B5EF4-FFF2-40B4-BE49-F238E27FC236}">
                <a16:creationId xmlns:a16="http://schemas.microsoft.com/office/drawing/2014/main" id="{86F9FA97-0196-6A8F-9071-150066950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036" y="652096"/>
            <a:ext cx="2220587" cy="2287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2" name="Obrázok 31">
            <a:extLst>
              <a:ext uri="{FF2B5EF4-FFF2-40B4-BE49-F238E27FC236}">
                <a16:creationId xmlns:a16="http://schemas.microsoft.com/office/drawing/2014/main" id="{A6EFC7F2-CD0E-1172-731F-F5E356764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323" y="2256524"/>
            <a:ext cx="2220586" cy="2287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Google Shape;1164;p46">
            <a:extLst>
              <a:ext uri="{FF2B5EF4-FFF2-40B4-BE49-F238E27FC236}">
                <a16:creationId xmlns:a16="http://schemas.microsoft.com/office/drawing/2014/main" id="{95BFFEF4-17A5-3A0A-7A0E-AD86DB23F9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5485" y="3191002"/>
            <a:ext cx="3175493" cy="26062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 err="1"/>
              <a:t>Aplik</a:t>
            </a:r>
            <a:r>
              <a:rPr lang="sk-SK" sz="1100" b="1" dirty="0" err="1"/>
              <a:t>ácia</a:t>
            </a:r>
            <a:r>
              <a:rPr lang="sk-SK" sz="1100" b="1" dirty="0"/>
              <a:t> po spustení</a:t>
            </a:r>
            <a:endParaRPr lang="en-US" sz="600" b="1" dirty="0"/>
          </a:p>
        </p:txBody>
      </p:sp>
      <p:sp>
        <p:nvSpPr>
          <p:cNvPr id="36" name="Google Shape;1164;p46">
            <a:extLst>
              <a:ext uri="{FF2B5EF4-FFF2-40B4-BE49-F238E27FC236}">
                <a16:creationId xmlns:a16="http://schemas.microsoft.com/office/drawing/2014/main" id="{B3BEFB76-BDF4-E84D-FF7F-156AAB4AC807}"/>
              </a:ext>
            </a:extLst>
          </p:cNvPr>
          <p:cNvSpPr txBox="1">
            <a:spLocks/>
          </p:cNvSpPr>
          <p:nvPr/>
        </p:nvSpPr>
        <p:spPr>
          <a:xfrm>
            <a:off x="3488836" y="3860915"/>
            <a:ext cx="3175493" cy="260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sk-SK" sz="1100" b="1" dirty="0"/>
              <a:t>Streľba</a:t>
            </a:r>
            <a:endParaRPr lang="en-US" sz="600" b="1" dirty="0"/>
          </a:p>
        </p:txBody>
      </p:sp>
      <p:sp>
        <p:nvSpPr>
          <p:cNvPr id="37" name="Google Shape;1164;p46">
            <a:extLst>
              <a:ext uri="{FF2B5EF4-FFF2-40B4-BE49-F238E27FC236}">
                <a16:creationId xmlns:a16="http://schemas.microsoft.com/office/drawing/2014/main" id="{C34214B3-3EE7-6BBD-992D-2B28D9569651}"/>
              </a:ext>
            </a:extLst>
          </p:cNvPr>
          <p:cNvSpPr txBox="1">
            <a:spLocks/>
          </p:cNvSpPr>
          <p:nvPr/>
        </p:nvSpPr>
        <p:spPr>
          <a:xfrm>
            <a:off x="4468064" y="2859117"/>
            <a:ext cx="3175493" cy="260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sk-SK" sz="1100" b="1" dirty="0"/>
              <a:t>Rovnomerný </a:t>
            </a:r>
          </a:p>
          <a:p>
            <a:pPr marL="0" indent="0" algn="ctr">
              <a:buSzPts val="1100"/>
              <a:buFont typeface="Arial"/>
              <a:buNone/>
            </a:pPr>
            <a:r>
              <a:rPr lang="sk-SK" sz="1100" b="1" dirty="0"/>
              <a:t>Test</a:t>
            </a:r>
            <a:endParaRPr lang="en-US" sz="600" b="1" dirty="0"/>
          </a:p>
        </p:txBody>
      </p:sp>
      <p:sp>
        <p:nvSpPr>
          <p:cNvPr id="38" name="Google Shape;1164;p46">
            <a:extLst>
              <a:ext uri="{FF2B5EF4-FFF2-40B4-BE49-F238E27FC236}">
                <a16:creationId xmlns:a16="http://schemas.microsoft.com/office/drawing/2014/main" id="{40C5A540-7455-5AD8-B150-FE1FD163B547}"/>
              </a:ext>
            </a:extLst>
          </p:cNvPr>
          <p:cNvSpPr txBox="1">
            <a:spLocks/>
          </p:cNvSpPr>
          <p:nvPr/>
        </p:nvSpPr>
        <p:spPr>
          <a:xfrm>
            <a:off x="5473576" y="4453250"/>
            <a:ext cx="3175493" cy="260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 algn="ctr">
              <a:buSzPts val="1100"/>
              <a:buFont typeface="Arial"/>
              <a:buNone/>
            </a:pPr>
            <a:r>
              <a:rPr lang="sk-SK" sz="1100" b="1" dirty="0"/>
              <a:t>Normálny </a:t>
            </a:r>
          </a:p>
          <a:p>
            <a:pPr marL="0" indent="0" algn="ctr">
              <a:buSzPts val="1100"/>
              <a:buFont typeface="Arial"/>
              <a:buNone/>
            </a:pPr>
            <a:r>
              <a:rPr lang="sk-SK" sz="1100" b="1" dirty="0"/>
              <a:t>Test</a:t>
            </a:r>
            <a:endParaRPr lang="en-US" sz="6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1" name="Google Shape;1071;p44"/>
          <p:cNvGrpSpPr/>
          <p:nvPr/>
        </p:nvGrpSpPr>
        <p:grpSpPr>
          <a:xfrm>
            <a:off x="540711" y="2648287"/>
            <a:ext cx="862937" cy="1106197"/>
            <a:chOff x="380155" y="151246"/>
            <a:chExt cx="862937" cy="1106197"/>
          </a:xfrm>
        </p:grpSpPr>
        <p:grpSp>
          <p:nvGrpSpPr>
            <p:cNvPr id="1072" name="Google Shape;1072;p44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1073" name="Google Shape;1073;p44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44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75" name="Google Shape;1075;p44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44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44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44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44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44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44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44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44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44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44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44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44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44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44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44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44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4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4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4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4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4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4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4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4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4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44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4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4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4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4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4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4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4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4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4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4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4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4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4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4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4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4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4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4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4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4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4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4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4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" name="Google Shape;1131;p44"/>
          <p:cNvGrpSpPr/>
          <p:nvPr/>
        </p:nvGrpSpPr>
        <p:grpSpPr>
          <a:xfrm>
            <a:off x="-1" y="-29150"/>
            <a:ext cx="3043690" cy="1640627"/>
            <a:chOff x="-8" y="-29143"/>
            <a:chExt cx="3624304" cy="1953593"/>
          </a:xfrm>
        </p:grpSpPr>
        <p:sp>
          <p:nvSpPr>
            <p:cNvPr id="1132" name="Google Shape;1132;p44"/>
            <p:cNvSpPr/>
            <p:nvPr/>
          </p:nvSpPr>
          <p:spPr>
            <a:xfrm rot="10800000">
              <a:off x="-8" y="-29143"/>
              <a:ext cx="2099407" cy="1953593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rgbClr val="628C07">
                <a:alpha val="24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4"/>
            <p:cNvSpPr/>
            <p:nvPr/>
          </p:nvSpPr>
          <p:spPr>
            <a:xfrm rot="10800000">
              <a:off x="-6" y="-38"/>
              <a:ext cx="2449255" cy="1632884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4"/>
            <p:cNvSpPr/>
            <p:nvPr/>
          </p:nvSpPr>
          <p:spPr>
            <a:xfrm>
              <a:off x="0" y="-50"/>
              <a:ext cx="3624296" cy="997728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5" name="Google Shape;1135;p44"/>
          <p:cNvGrpSpPr/>
          <p:nvPr/>
        </p:nvGrpSpPr>
        <p:grpSpPr>
          <a:xfrm>
            <a:off x="4276371" y="2766568"/>
            <a:ext cx="4867217" cy="2376698"/>
            <a:chOff x="3421232" y="2349029"/>
            <a:chExt cx="5722771" cy="2794471"/>
          </a:xfrm>
        </p:grpSpPr>
        <p:sp>
          <p:nvSpPr>
            <p:cNvPr id="1136" name="Google Shape;1136;p44"/>
            <p:cNvSpPr/>
            <p:nvPr/>
          </p:nvSpPr>
          <p:spPr>
            <a:xfrm>
              <a:off x="7794946" y="2349029"/>
              <a:ext cx="1349014" cy="2794467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rgbClr val="628C07">
                <a:alpha val="24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4"/>
            <p:cNvSpPr/>
            <p:nvPr/>
          </p:nvSpPr>
          <p:spPr>
            <a:xfrm>
              <a:off x="5841350" y="3510600"/>
              <a:ext cx="3302638" cy="1632884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4"/>
            <p:cNvSpPr/>
            <p:nvPr/>
          </p:nvSpPr>
          <p:spPr>
            <a:xfrm rot="10800000">
              <a:off x="3421232" y="4145772"/>
              <a:ext cx="5722771" cy="997728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44"/>
          <p:cNvGrpSpPr/>
          <p:nvPr/>
        </p:nvGrpSpPr>
        <p:grpSpPr>
          <a:xfrm rot="10800000">
            <a:off x="1903512" y="-29143"/>
            <a:ext cx="1828116" cy="750265"/>
            <a:chOff x="239863" y="4161621"/>
            <a:chExt cx="2392509" cy="981894"/>
          </a:xfrm>
        </p:grpSpPr>
        <p:sp>
          <p:nvSpPr>
            <p:cNvPr id="1140" name="Google Shape;1140;p44"/>
            <p:cNvSpPr/>
            <p:nvPr/>
          </p:nvSpPr>
          <p:spPr>
            <a:xfrm>
              <a:off x="257331" y="4189049"/>
              <a:ext cx="2375042" cy="954466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44"/>
            <p:cNvGrpSpPr/>
            <p:nvPr/>
          </p:nvGrpSpPr>
          <p:grpSpPr>
            <a:xfrm>
              <a:off x="239863" y="4161621"/>
              <a:ext cx="744960" cy="744960"/>
              <a:chOff x="49750" y="1914525"/>
              <a:chExt cx="910375" cy="910375"/>
            </a:xfrm>
          </p:grpSpPr>
          <p:sp>
            <p:nvSpPr>
              <p:cNvPr id="1142" name="Google Shape;1142;p44"/>
              <p:cNvSpPr/>
              <p:nvPr/>
            </p:nvSpPr>
            <p:spPr>
              <a:xfrm>
                <a:off x="206700" y="2071450"/>
                <a:ext cx="596125" cy="596125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4"/>
              <p:cNvSpPr/>
              <p:nvPr/>
            </p:nvSpPr>
            <p:spPr>
              <a:xfrm>
                <a:off x="49750" y="1914525"/>
                <a:ext cx="910375" cy="910375"/>
              </a:xfrm>
              <a:custGeom>
                <a:avLst/>
                <a:gdLst/>
                <a:ahLst/>
                <a:cxnLst/>
                <a:rect l="l" t="t" r="r" b="b"/>
                <a:pathLst>
                  <a:path w="36415" h="36415" fill="none" extrusionOk="0">
                    <a:moveTo>
                      <a:pt x="36415" y="18207"/>
                    </a:moveTo>
                    <a:cubicBezTo>
                      <a:pt x="36415" y="28263"/>
                      <a:pt x="28264" y="36414"/>
                      <a:pt x="18208" y="36414"/>
                    </a:cubicBezTo>
                    <a:cubicBezTo>
                      <a:pt x="8152" y="36414"/>
                      <a:pt x="1" y="28263"/>
                      <a:pt x="1" y="18207"/>
                    </a:cubicBezTo>
                    <a:cubicBezTo>
                      <a:pt x="1" y="8152"/>
                      <a:pt x="8152" y="0"/>
                      <a:pt x="18208" y="0"/>
                    </a:cubicBezTo>
                    <a:cubicBezTo>
                      <a:pt x="28264" y="0"/>
                      <a:pt x="36415" y="8152"/>
                      <a:pt x="36415" y="1820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4" name="Google Shape;1144;p44"/>
          <p:cNvGrpSpPr/>
          <p:nvPr/>
        </p:nvGrpSpPr>
        <p:grpSpPr>
          <a:xfrm rot="6299960">
            <a:off x="256183" y="313970"/>
            <a:ext cx="207936" cy="264639"/>
            <a:chOff x="3467806" y="-877553"/>
            <a:chExt cx="207942" cy="264647"/>
          </a:xfrm>
        </p:grpSpPr>
        <p:sp>
          <p:nvSpPr>
            <p:cNvPr id="1145" name="Google Shape;1145;p44"/>
            <p:cNvSpPr/>
            <p:nvPr/>
          </p:nvSpPr>
          <p:spPr>
            <a:xfrm>
              <a:off x="3467806" y="-72205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4"/>
            <p:cNvSpPr/>
            <p:nvPr/>
          </p:nvSpPr>
          <p:spPr>
            <a:xfrm>
              <a:off x="3624303" y="-87755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Obrázok 6">
            <a:extLst>
              <a:ext uri="{FF2B5EF4-FFF2-40B4-BE49-F238E27FC236}">
                <a16:creationId xmlns:a16="http://schemas.microsoft.com/office/drawing/2014/main" id="{C884FEF1-EEAC-1474-DB01-8E7E05911C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21"/>
          <a:stretch/>
        </p:blipFill>
        <p:spPr>
          <a:xfrm>
            <a:off x="1743043" y="1580490"/>
            <a:ext cx="5913777" cy="2837863"/>
          </a:xfrm>
          <a:prstGeom prst="rect">
            <a:avLst/>
          </a:prstGeom>
        </p:spPr>
      </p:pic>
      <p:sp>
        <p:nvSpPr>
          <p:cNvPr id="8" name="Google Shape;1262;p48">
            <a:extLst>
              <a:ext uri="{FF2B5EF4-FFF2-40B4-BE49-F238E27FC236}">
                <a16:creationId xmlns:a16="http://schemas.microsoft.com/office/drawing/2014/main" id="{19F11D01-28A9-9B8B-6BDD-617D481F3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525" y="92225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Ukážka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funkčnosti</a:t>
            </a: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Google Shape;1164;p46">
            <a:extLst>
              <a:ext uri="{FF2B5EF4-FFF2-40B4-BE49-F238E27FC236}">
                <a16:creationId xmlns:a16="http://schemas.microsoft.com/office/drawing/2014/main" id="{79C05693-764B-014A-4536-3588CCAF4D58}"/>
              </a:ext>
            </a:extLst>
          </p:cNvPr>
          <p:cNvSpPr txBox="1">
            <a:spLocks/>
          </p:cNvSpPr>
          <p:nvPr/>
        </p:nvSpPr>
        <p:spPr>
          <a:xfrm>
            <a:off x="2882404" y="4418353"/>
            <a:ext cx="3379191" cy="2606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>
              <a:buSzPts val="1100"/>
              <a:buFont typeface="Arial"/>
              <a:buNone/>
            </a:pPr>
            <a:r>
              <a:rPr lang="sk-SK" sz="1100" b="1" dirty="0"/>
              <a:t>JOIN na zobrazenie všetkých údajov v tabuľkách </a:t>
            </a:r>
            <a:r>
              <a:rPr lang="en-US" sz="1100" b="1" dirty="0"/>
              <a:t>(</a:t>
            </a:r>
            <a:r>
              <a:rPr lang="sk-SK" sz="1100" b="1" dirty="0"/>
              <a:t>cez XAMPP/</a:t>
            </a:r>
            <a:r>
              <a:rPr lang="sk-SK" sz="1100" b="1" dirty="0" err="1"/>
              <a:t>mysql</a:t>
            </a:r>
            <a:r>
              <a:rPr lang="sk-SK" sz="1100" b="1" dirty="0"/>
              <a:t>/</a:t>
            </a:r>
            <a:r>
              <a:rPr lang="sk-SK" sz="1100" b="1" dirty="0" err="1"/>
              <a:t>phpMyAdmin</a:t>
            </a:r>
            <a:r>
              <a:rPr lang="en-US" sz="1100" b="1" dirty="0"/>
              <a:t>)</a:t>
            </a:r>
            <a:endParaRPr lang="en-US" sz="600" b="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57"/>
          <p:cNvGrpSpPr/>
          <p:nvPr/>
        </p:nvGrpSpPr>
        <p:grpSpPr>
          <a:xfrm>
            <a:off x="5638093" y="-29160"/>
            <a:ext cx="3505539" cy="1799460"/>
            <a:chOff x="5638093" y="-29160"/>
            <a:chExt cx="3505539" cy="1799460"/>
          </a:xfrm>
        </p:grpSpPr>
        <p:sp>
          <p:nvSpPr>
            <p:cNvPr id="1480" name="Google Shape;1480;p57"/>
            <p:cNvSpPr/>
            <p:nvPr/>
          </p:nvSpPr>
          <p:spPr>
            <a:xfrm rot="10800000" flipH="1">
              <a:off x="7380500" y="-29160"/>
              <a:ext cx="1763131" cy="1799460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rgbClr val="628C07">
                <a:alpha val="240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7"/>
            <p:cNvSpPr/>
            <p:nvPr/>
          </p:nvSpPr>
          <p:spPr>
            <a:xfrm rot="10800000" flipH="1">
              <a:off x="7677725" y="-4722"/>
              <a:ext cx="1465817" cy="1149645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57"/>
            <p:cNvSpPr/>
            <p:nvPr/>
          </p:nvSpPr>
          <p:spPr>
            <a:xfrm flipH="1">
              <a:off x="5638093" y="-4725"/>
              <a:ext cx="3505482" cy="861020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1152;p45">
            <a:extLst>
              <a:ext uri="{FF2B5EF4-FFF2-40B4-BE49-F238E27FC236}">
                <a16:creationId xmlns:a16="http://schemas.microsoft.com/office/drawing/2014/main" id="{74BC32AA-FA42-B5C9-B103-B0B9AE37E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/>
              <a:t>Úvod</a:t>
            </a:r>
            <a:r>
              <a:rPr lang="en-US" sz="3200" dirty="0"/>
              <a:t> do </a:t>
            </a:r>
            <a:r>
              <a:rPr lang="en-US" sz="3200" dirty="0" err="1"/>
              <a:t>problematiky</a:t>
            </a:r>
            <a:endParaRPr sz="3200" dirty="0"/>
          </a:p>
        </p:txBody>
      </p:sp>
      <p:sp>
        <p:nvSpPr>
          <p:cNvPr id="43" name="Google Shape;1154;p45">
            <a:extLst>
              <a:ext uri="{FF2B5EF4-FFF2-40B4-BE49-F238E27FC236}">
                <a16:creationId xmlns:a16="http://schemas.microsoft.com/office/drawing/2014/main" id="{7261FFD5-E22F-9160-AF22-F5E696DCF3D4}"/>
              </a:ext>
            </a:extLst>
          </p:cNvPr>
          <p:cNvSpPr txBox="1">
            <a:spLocks/>
          </p:cNvSpPr>
          <p:nvPr/>
        </p:nvSpPr>
        <p:spPr>
          <a:xfrm>
            <a:off x="720000" y="1269560"/>
            <a:ext cx="4051150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000" b="1" i="0" u="none" strike="noStrike" cap="none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l"/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Čo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funguje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v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aktuálnej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verzii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0" indent="0" algn="l"/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Realistický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sym typeface="Nunito"/>
              </a:rPr>
              <a:t>simulátor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streľby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s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nastaviteľnými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parametrami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Vplyv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vetra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a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únavy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na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presnosť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streľby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Dva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režimy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rozptylu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(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rovnomerný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a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normálny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Ukladanie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výsledkov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a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štatistík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0" indent="0" algn="l"/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0" indent="0" algn="l"/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Hlavné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výzvy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pri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vývoji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0" indent="0" algn="l"/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Presné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nastavenie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fyzikálnych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parametrov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simulácie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Optimalizácia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výkonu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pri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veľkom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počte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zásahov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Tvorba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intuitívneho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používateľského</a:t>
            </a: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 </a:t>
            </a:r>
            <a:r>
              <a:rPr lang="en-US"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unito" panose="00000500000000000000" pitchFamily="2" charset="-18"/>
                <a:cs typeface="Rajdhani" panose="020B0604020202020204" charset="-18"/>
              </a:rPr>
              <a:t>rozhrania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Nunito" panose="00000500000000000000" pitchFamily="2" charset="-18"/>
              <a:cs typeface="Rajdhani" panose="020B0604020202020204" charset="-18"/>
            </a:endParaRPr>
          </a:p>
        </p:txBody>
      </p:sp>
      <p:sp>
        <p:nvSpPr>
          <p:cNvPr id="44" name="Google Shape;1154;p45">
            <a:extLst>
              <a:ext uri="{FF2B5EF4-FFF2-40B4-BE49-F238E27FC236}">
                <a16:creationId xmlns:a16="http://schemas.microsoft.com/office/drawing/2014/main" id="{7BD04DF3-8E93-06B8-6F1A-E261514FA5E8}"/>
              </a:ext>
            </a:extLst>
          </p:cNvPr>
          <p:cNvSpPr txBox="1">
            <a:spLocks/>
          </p:cNvSpPr>
          <p:nvPr/>
        </p:nvSpPr>
        <p:spPr>
          <a:xfrm>
            <a:off x="4771150" y="1269560"/>
            <a:ext cx="4213077" cy="19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None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pl-PL" sz="1400" b="1" dirty="0"/>
              <a:t>Kam by sme to mohli posunúť?</a:t>
            </a:r>
            <a:endParaRPr lang="en-US" sz="1400" b="1" dirty="0"/>
          </a:p>
          <a:p>
            <a:pPr marL="0" indent="0"/>
            <a:endParaRPr lang="en-US" sz="800" b="1" dirty="0"/>
          </a:p>
          <a:p>
            <a:pPr marL="0" indent="0"/>
            <a:r>
              <a:rPr lang="pl-PL" b="1" dirty="0"/>
              <a:t>Vylepšenia terčov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Ciele s rôznymi tvarmi a veľkosťami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Interaktívne pohyblivé terče</a:t>
            </a:r>
            <a:endParaRPr lang="en-US" dirty="0"/>
          </a:p>
          <a:p>
            <a:pPr marL="0" indent="0"/>
            <a:endParaRPr lang="pl-PL" sz="800" dirty="0"/>
          </a:p>
          <a:p>
            <a:pPr marL="0" indent="0"/>
            <a:r>
              <a:rPr lang="pl-PL" b="1" dirty="0"/>
              <a:t>Rozšírené štatistiky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Detailné porovnávanie výkonnosti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Prehľadné grafy a analýzy</a:t>
            </a:r>
            <a:endParaRPr lang="en-US" dirty="0"/>
          </a:p>
          <a:p>
            <a:pPr marL="0" indent="0"/>
            <a:endParaRPr lang="pl-PL" sz="800" dirty="0"/>
          </a:p>
          <a:p>
            <a:pPr marL="0" indent="0"/>
            <a:r>
              <a:rPr lang="pl-PL" b="1" dirty="0"/>
              <a:t>Sieťové funkcie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Súťažný mód pre viacerých hráčov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Online rebríčky a výzvy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800" dirty="0"/>
          </a:p>
          <a:p>
            <a:pPr marL="0" indent="0"/>
            <a:r>
              <a:rPr lang="pl-PL" b="1" dirty="0"/>
              <a:t>Realistickejšia simulácia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Presnejšia balistika a fyzika strely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dirty="0"/>
              <a:t>Vplyv počasia a okolitého prostredia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FDA2A187-7F2F-CD6E-4845-E5C604C2F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89" y="3407130"/>
            <a:ext cx="4353009" cy="743054"/>
          </a:xfrm>
          <a:prstGeom prst="rect">
            <a:avLst/>
          </a:prstGeom>
        </p:spPr>
      </p:pic>
      <p:grpSp>
        <p:nvGrpSpPr>
          <p:cNvPr id="1936" name="Google Shape;1936;p74"/>
          <p:cNvGrpSpPr/>
          <p:nvPr/>
        </p:nvGrpSpPr>
        <p:grpSpPr>
          <a:xfrm>
            <a:off x="956324" y="3353146"/>
            <a:ext cx="862937" cy="1106197"/>
            <a:chOff x="380155" y="151246"/>
            <a:chExt cx="862937" cy="1106197"/>
          </a:xfrm>
        </p:grpSpPr>
        <p:grpSp>
          <p:nvGrpSpPr>
            <p:cNvPr id="1937" name="Google Shape;1937;p74"/>
            <p:cNvGrpSpPr/>
            <p:nvPr/>
          </p:nvGrpSpPr>
          <p:grpSpPr>
            <a:xfrm>
              <a:off x="380155" y="151246"/>
              <a:ext cx="862937" cy="489364"/>
              <a:chOff x="380155" y="151246"/>
              <a:chExt cx="862937" cy="489364"/>
            </a:xfrm>
          </p:grpSpPr>
          <p:sp>
            <p:nvSpPr>
              <p:cNvPr id="1938" name="Google Shape;1938;p74"/>
              <p:cNvSpPr/>
              <p:nvPr/>
            </p:nvSpPr>
            <p:spPr>
              <a:xfrm>
                <a:off x="380155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74"/>
              <p:cNvSpPr/>
              <p:nvPr/>
            </p:nvSpPr>
            <p:spPr>
              <a:xfrm>
                <a:off x="519697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3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74"/>
              <p:cNvSpPr/>
              <p:nvPr/>
            </p:nvSpPr>
            <p:spPr>
              <a:xfrm>
                <a:off x="658913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3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74"/>
              <p:cNvSpPr/>
              <p:nvPr/>
            </p:nvSpPr>
            <p:spPr>
              <a:xfrm>
                <a:off x="798478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74"/>
              <p:cNvSpPr/>
              <p:nvPr/>
            </p:nvSpPr>
            <p:spPr>
              <a:xfrm>
                <a:off x="937670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74"/>
              <p:cNvSpPr/>
              <p:nvPr/>
            </p:nvSpPr>
            <p:spPr>
              <a:xfrm>
                <a:off x="1077236" y="151246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3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74"/>
              <p:cNvSpPr/>
              <p:nvPr/>
            </p:nvSpPr>
            <p:spPr>
              <a:xfrm>
                <a:off x="1216428" y="151246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74"/>
              <p:cNvSpPr/>
              <p:nvPr/>
            </p:nvSpPr>
            <p:spPr>
              <a:xfrm>
                <a:off x="380155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74"/>
              <p:cNvSpPr/>
              <p:nvPr/>
            </p:nvSpPr>
            <p:spPr>
              <a:xfrm>
                <a:off x="519697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79"/>
                    </a:cubicBezTo>
                    <a:cubicBezTo>
                      <a:pt x="1144" y="259"/>
                      <a:pt x="884" y="0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74"/>
              <p:cNvSpPr/>
              <p:nvPr/>
            </p:nvSpPr>
            <p:spPr>
              <a:xfrm>
                <a:off x="658913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74"/>
              <p:cNvSpPr/>
              <p:nvPr/>
            </p:nvSpPr>
            <p:spPr>
              <a:xfrm>
                <a:off x="798478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8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74"/>
              <p:cNvSpPr/>
              <p:nvPr/>
            </p:nvSpPr>
            <p:spPr>
              <a:xfrm>
                <a:off x="937670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75"/>
                      <a:pt x="1" y="579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84"/>
                      <a:pt x="1143" y="579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74"/>
              <p:cNvSpPr/>
              <p:nvPr/>
            </p:nvSpPr>
            <p:spPr>
              <a:xfrm>
                <a:off x="1077236" y="305728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75"/>
                      <a:pt x="0" y="579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79"/>
                    </a:cubicBezTo>
                    <a:cubicBezTo>
                      <a:pt x="1143" y="259"/>
                      <a:pt x="869" y="0"/>
                      <a:pt x="5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74"/>
              <p:cNvSpPr/>
              <p:nvPr/>
            </p:nvSpPr>
            <p:spPr>
              <a:xfrm>
                <a:off x="1216428" y="305728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75"/>
                      <a:pt x="1" y="579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84"/>
                      <a:pt x="1143" y="579"/>
                    </a:cubicBezTo>
                    <a:cubicBezTo>
                      <a:pt x="1143" y="259"/>
                      <a:pt x="884" y="0"/>
                      <a:pt x="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74"/>
              <p:cNvSpPr/>
              <p:nvPr/>
            </p:nvSpPr>
            <p:spPr>
              <a:xfrm>
                <a:off x="380155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59" y="1"/>
                      <a:pt x="0" y="260"/>
                      <a:pt x="0" y="580"/>
                    </a:cubicBezTo>
                    <a:cubicBezTo>
                      <a:pt x="0" y="884"/>
                      <a:pt x="259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74"/>
              <p:cNvSpPr/>
              <p:nvPr/>
            </p:nvSpPr>
            <p:spPr>
              <a:xfrm>
                <a:off x="519697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5" y="1"/>
                    </a:moveTo>
                    <a:cubicBezTo>
                      <a:pt x="245" y="1"/>
                      <a:pt x="1" y="275"/>
                      <a:pt x="1" y="580"/>
                    </a:cubicBezTo>
                    <a:cubicBezTo>
                      <a:pt x="1" y="900"/>
                      <a:pt x="260" y="1143"/>
                      <a:pt x="565" y="1143"/>
                    </a:cubicBezTo>
                    <a:cubicBezTo>
                      <a:pt x="884" y="1143"/>
                      <a:pt x="1144" y="884"/>
                      <a:pt x="1144" y="580"/>
                    </a:cubicBezTo>
                    <a:cubicBezTo>
                      <a:pt x="1144" y="275"/>
                      <a:pt x="884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74"/>
              <p:cNvSpPr/>
              <p:nvPr/>
            </p:nvSpPr>
            <p:spPr>
              <a:xfrm>
                <a:off x="658913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79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75" y="1143"/>
                      <a:pt x="579" y="1143"/>
                    </a:cubicBezTo>
                    <a:cubicBezTo>
                      <a:pt x="899" y="1143"/>
                      <a:pt x="1143" y="884"/>
                      <a:pt x="1143" y="580"/>
                    </a:cubicBezTo>
                    <a:cubicBezTo>
                      <a:pt x="1143" y="275"/>
                      <a:pt x="899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74"/>
              <p:cNvSpPr/>
              <p:nvPr/>
            </p:nvSpPr>
            <p:spPr>
              <a:xfrm>
                <a:off x="798478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60"/>
                      <a:pt x="0" y="580"/>
                    </a:cubicBezTo>
                    <a:cubicBezTo>
                      <a:pt x="0" y="884"/>
                      <a:pt x="244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74"/>
              <p:cNvSpPr/>
              <p:nvPr/>
            </p:nvSpPr>
            <p:spPr>
              <a:xfrm>
                <a:off x="937670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9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79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74"/>
              <p:cNvSpPr/>
              <p:nvPr/>
            </p:nvSpPr>
            <p:spPr>
              <a:xfrm>
                <a:off x="1077236" y="459837"/>
                <a:ext cx="26640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4" extrusionOk="0">
                    <a:moveTo>
                      <a:pt x="564" y="1"/>
                    </a:moveTo>
                    <a:cubicBezTo>
                      <a:pt x="244" y="1"/>
                      <a:pt x="0" y="275"/>
                      <a:pt x="0" y="580"/>
                    </a:cubicBezTo>
                    <a:cubicBezTo>
                      <a:pt x="0" y="900"/>
                      <a:pt x="259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75"/>
                      <a:pt x="869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74"/>
              <p:cNvSpPr/>
              <p:nvPr/>
            </p:nvSpPr>
            <p:spPr>
              <a:xfrm>
                <a:off x="1216428" y="459837"/>
                <a:ext cx="26664" cy="26664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64" y="1"/>
                    </a:moveTo>
                    <a:cubicBezTo>
                      <a:pt x="260" y="1"/>
                      <a:pt x="1" y="260"/>
                      <a:pt x="1" y="580"/>
                    </a:cubicBezTo>
                    <a:cubicBezTo>
                      <a:pt x="1" y="884"/>
                      <a:pt x="260" y="1143"/>
                      <a:pt x="564" y="1143"/>
                    </a:cubicBezTo>
                    <a:cubicBezTo>
                      <a:pt x="884" y="1143"/>
                      <a:pt x="1143" y="884"/>
                      <a:pt x="1143" y="580"/>
                    </a:cubicBezTo>
                    <a:cubicBezTo>
                      <a:pt x="1143" y="260"/>
                      <a:pt x="884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74"/>
              <p:cNvSpPr/>
              <p:nvPr/>
            </p:nvSpPr>
            <p:spPr>
              <a:xfrm>
                <a:off x="380155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74"/>
              <p:cNvSpPr/>
              <p:nvPr/>
            </p:nvSpPr>
            <p:spPr>
              <a:xfrm>
                <a:off x="519697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65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60" y="1143"/>
                      <a:pt x="565" y="1143"/>
                    </a:cubicBezTo>
                    <a:cubicBezTo>
                      <a:pt x="884" y="1143"/>
                      <a:pt x="1144" y="868"/>
                      <a:pt x="1144" y="564"/>
                    </a:cubicBezTo>
                    <a:cubicBezTo>
                      <a:pt x="1144" y="259"/>
                      <a:pt x="884" y="15"/>
                      <a:pt x="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74"/>
              <p:cNvSpPr/>
              <p:nvPr/>
            </p:nvSpPr>
            <p:spPr>
              <a:xfrm>
                <a:off x="658913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79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75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15"/>
                      <a:pt x="5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74"/>
              <p:cNvSpPr/>
              <p:nvPr/>
            </p:nvSpPr>
            <p:spPr>
              <a:xfrm>
                <a:off x="798478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8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74"/>
              <p:cNvSpPr/>
              <p:nvPr/>
            </p:nvSpPr>
            <p:spPr>
              <a:xfrm>
                <a:off x="937670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79" y="0"/>
                    </a:moveTo>
                    <a:cubicBezTo>
                      <a:pt x="244" y="0"/>
                      <a:pt x="1" y="259"/>
                      <a:pt x="1" y="564"/>
                    </a:cubicBezTo>
                    <a:cubicBezTo>
                      <a:pt x="1" y="899"/>
                      <a:pt x="244" y="1143"/>
                      <a:pt x="579" y="1143"/>
                    </a:cubicBezTo>
                    <a:cubicBezTo>
                      <a:pt x="899" y="1143"/>
                      <a:pt x="1143" y="868"/>
                      <a:pt x="1143" y="564"/>
                    </a:cubicBezTo>
                    <a:cubicBezTo>
                      <a:pt x="1143" y="259"/>
                      <a:pt x="899" y="0"/>
                      <a:pt x="5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74"/>
              <p:cNvSpPr/>
              <p:nvPr/>
            </p:nvSpPr>
            <p:spPr>
              <a:xfrm>
                <a:off x="1077236" y="613970"/>
                <a:ext cx="2664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1143" extrusionOk="0">
                    <a:moveTo>
                      <a:pt x="564" y="0"/>
                    </a:moveTo>
                    <a:cubicBezTo>
                      <a:pt x="244" y="0"/>
                      <a:pt x="0" y="259"/>
                      <a:pt x="0" y="564"/>
                    </a:cubicBezTo>
                    <a:cubicBezTo>
                      <a:pt x="0" y="899"/>
                      <a:pt x="259" y="1143"/>
                      <a:pt x="564" y="1143"/>
                    </a:cubicBezTo>
                    <a:cubicBezTo>
                      <a:pt x="884" y="1143"/>
                      <a:pt x="1143" y="868"/>
                      <a:pt x="1143" y="564"/>
                    </a:cubicBezTo>
                    <a:cubicBezTo>
                      <a:pt x="1143" y="259"/>
                      <a:pt x="869" y="15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74"/>
              <p:cNvSpPr/>
              <p:nvPr/>
            </p:nvSpPr>
            <p:spPr>
              <a:xfrm>
                <a:off x="1216428" y="613970"/>
                <a:ext cx="26664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3" extrusionOk="0">
                    <a:moveTo>
                      <a:pt x="580" y="0"/>
                    </a:moveTo>
                    <a:cubicBezTo>
                      <a:pt x="245" y="0"/>
                      <a:pt x="1" y="259"/>
                      <a:pt x="1" y="564"/>
                    </a:cubicBezTo>
                    <a:cubicBezTo>
                      <a:pt x="1" y="899"/>
                      <a:pt x="275" y="1143"/>
                      <a:pt x="580" y="1143"/>
                    </a:cubicBezTo>
                    <a:cubicBezTo>
                      <a:pt x="900" y="1143"/>
                      <a:pt x="1143" y="868"/>
                      <a:pt x="1143" y="564"/>
                    </a:cubicBezTo>
                    <a:cubicBezTo>
                      <a:pt x="1143" y="259"/>
                      <a:pt x="884" y="15"/>
                      <a:pt x="5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6" name="Google Shape;1966;p74"/>
            <p:cNvSpPr/>
            <p:nvPr/>
          </p:nvSpPr>
          <p:spPr>
            <a:xfrm>
              <a:off x="380155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74"/>
            <p:cNvSpPr/>
            <p:nvPr/>
          </p:nvSpPr>
          <p:spPr>
            <a:xfrm>
              <a:off x="519697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74"/>
            <p:cNvSpPr/>
            <p:nvPr/>
          </p:nvSpPr>
          <p:spPr>
            <a:xfrm>
              <a:off x="658913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74"/>
            <p:cNvSpPr/>
            <p:nvPr/>
          </p:nvSpPr>
          <p:spPr>
            <a:xfrm>
              <a:off x="798478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74"/>
            <p:cNvSpPr/>
            <p:nvPr/>
          </p:nvSpPr>
          <p:spPr>
            <a:xfrm>
              <a:off x="937670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74"/>
            <p:cNvSpPr/>
            <p:nvPr/>
          </p:nvSpPr>
          <p:spPr>
            <a:xfrm>
              <a:off x="1077236" y="768428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74"/>
            <p:cNvSpPr/>
            <p:nvPr/>
          </p:nvSpPr>
          <p:spPr>
            <a:xfrm>
              <a:off x="1216428" y="768428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74"/>
            <p:cNvSpPr/>
            <p:nvPr/>
          </p:nvSpPr>
          <p:spPr>
            <a:xfrm>
              <a:off x="380155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59" y="0"/>
                    <a:pt x="0" y="244"/>
                    <a:pt x="0" y="564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74"/>
            <p:cNvSpPr/>
            <p:nvPr/>
          </p:nvSpPr>
          <p:spPr>
            <a:xfrm>
              <a:off x="519697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5" y="0"/>
                  </a:moveTo>
                  <a:cubicBezTo>
                    <a:pt x="245" y="0"/>
                    <a:pt x="1" y="259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8"/>
                    <a:pt x="1144" y="564"/>
                  </a:cubicBezTo>
                  <a:cubicBezTo>
                    <a:pt x="1144" y="259"/>
                    <a:pt x="884" y="15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74"/>
            <p:cNvSpPr/>
            <p:nvPr/>
          </p:nvSpPr>
          <p:spPr>
            <a:xfrm>
              <a:off x="658913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79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8"/>
                    <a:pt x="1143" y="564"/>
                  </a:cubicBezTo>
                  <a:cubicBezTo>
                    <a:pt x="1143" y="259"/>
                    <a:pt x="899" y="15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74"/>
            <p:cNvSpPr/>
            <p:nvPr/>
          </p:nvSpPr>
          <p:spPr>
            <a:xfrm>
              <a:off x="798478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44"/>
                    <a:pt x="0" y="564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74"/>
            <p:cNvSpPr/>
            <p:nvPr/>
          </p:nvSpPr>
          <p:spPr>
            <a:xfrm>
              <a:off x="937670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79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74"/>
            <p:cNvSpPr/>
            <p:nvPr/>
          </p:nvSpPr>
          <p:spPr>
            <a:xfrm>
              <a:off x="1077236" y="922561"/>
              <a:ext cx="26640" cy="26640"/>
            </a:xfrm>
            <a:custGeom>
              <a:avLst/>
              <a:gdLst/>
              <a:ahLst/>
              <a:cxnLst/>
              <a:rect l="l" t="t" r="r" b="b"/>
              <a:pathLst>
                <a:path w="1143" h="1143" extrusionOk="0">
                  <a:moveTo>
                    <a:pt x="564" y="0"/>
                  </a:moveTo>
                  <a:cubicBezTo>
                    <a:pt x="244" y="0"/>
                    <a:pt x="0" y="259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8"/>
                    <a:pt x="1143" y="564"/>
                  </a:cubicBezTo>
                  <a:cubicBezTo>
                    <a:pt x="1143" y="259"/>
                    <a:pt x="869" y="15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74"/>
            <p:cNvSpPr/>
            <p:nvPr/>
          </p:nvSpPr>
          <p:spPr>
            <a:xfrm>
              <a:off x="1216428" y="922561"/>
              <a:ext cx="26664" cy="26640"/>
            </a:xfrm>
            <a:custGeom>
              <a:avLst/>
              <a:gdLst/>
              <a:ahLst/>
              <a:cxnLst/>
              <a:rect l="l" t="t" r="r" b="b"/>
              <a:pathLst>
                <a:path w="1144" h="1143" extrusionOk="0">
                  <a:moveTo>
                    <a:pt x="564" y="0"/>
                  </a:moveTo>
                  <a:cubicBezTo>
                    <a:pt x="260" y="0"/>
                    <a:pt x="1" y="244"/>
                    <a:pt x="1" y="564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64"/>
                  </a:cubicBezTo>
                  <a:cubicBezTo>
                    <a:pt x="1143" y="244"/>
                    <a:pt x="884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74"/>
            <p:cNvSpPr/>
            <p:nvPr/>
          </p:nvSpPr>
          <p:spPr>
            <a:xfrm>
              <a:off x="380155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74"/>
            <p:cNvSpPr/>
            <p:nvPr/>
          </p:nvSpPr>
          <p:spPr>
            <a:xfrm>
              <a:off x="519697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60" y="1143"/>
                    <a:pt x="565" y="1143"/>
                  </a:cubicBezTo>
                  <a:cubicBezTo>
                    <a:pt x="884" y="1143"/>
                    <a:pt x="1144" y="869"/>
                    <a:pt x="1144" y="564"/>
                  </a:cubicBezTo>
                  <a:cubicBezTo>
                    <a:pt x="1144" y="244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74"/>
            <p:cNvSpPr/>
            <p:nvPr/>
          </p:nvSpPr>
          <p:spPr>
            <a:xfrm>
              <a:off x="658913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75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74"/>
            <p:cNvSpPr/>
            <p:nvPr/>
          </p:nvSpPr>
          <p:spPr>
            <a:xfrm>
              <a:off x="798478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8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74"/>
            <p:cNvSpPr/>
            <p:nvPr/>
          </p:nvSpPr>
          <p:spPr>
            <a:xfrm>
              <a:off x="937670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44" y="1"/>
                    <a:pt x="1" y="260"/>
                    <a:pt x="1" y="564"/>
                  </a:cubicBezTo>
                  <a:cubicBezTo>
                    <a:pt x="1" y="884"/>
                    <a:pt x="244" y="1143"/>
                    <a:pt x="579" y="1143"/>
                  </a:cubicBezTo>
                  <a:cubicBezTo>
                    <a:pt x="899" y="1143"/>
                    <a:pt x="1143" y="869"/>
                    <a:pt x="1143" y="564"/>
                  </a:cubicBezTo>
                  <a:cubicBezTo>
                    <a:pt x="1143" y="244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74"/>
            <p:cNvSpPr/>
            <p:nvPr/>
          </p:nvSpPr>
          <p:spPr>
            <a:xfrm>
              <a:off x="1077236" y="1077020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64"/>
                  </a:cubicBezTo>
                  <a:cubicBezTo>
                    <a:pt x="0" y="884"/>
                    <a:pt x="259" y="1143"/>
                    <a:pt x="564" y="1143"/>
                  </a:cubicBezTo>
                  <a:cubicBezTo>
                    <a:pt x="884" y="1143"/>
                    <a:pt x="1143" y="869"/>
                    <a:pt x="1143" y="564"/>
                  </a:cubicBezTo>
                  <a:cubicBezTo>
                    <a:pt x="1143" y="244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74"/>
            <p:cNvSpPr/>
            <p:nvPr/>
          </p:nvSpPr>
          <p:spPr>
            <a:xfrm>
              <a:off x="1216428" y="1077020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80" y="1"/>
                  </a:moveTo>
                  <a:cubicBezTo>
                    <a:pt x="245" y="1"/>
                    <a:pt x="1" y="260"/>
                    <a:pt x="1" y="564"/>
                  </a:cubicBezTo>
                  <a:cubicBezTo>
                    <a:pt x="1" y="884"/>
                    <a:pt x="275" y="1143"/>
                    <a:pt x="580" y="1143"/>
                  </a:cubicBezTo>
                  <a:cubicBezTo>
                    <a:pt x="900" y="1143"/>
                    <a:pt x="1143" y="869"/>
                    <a:pt x="1143" y="564"/>
                  </a:cubicBezTo>
                  <a:cubicBezTo>
                    <a:pt x="1143" y="244"/>
                    <a:pt x="884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74"/>
            <p:cNvSpPr/>
            <p:nvPr/>
          </p:nvSpPr>
          <p:spPr>
            <a:xfrm>
              <a:off x="380155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59" y="1"/>
                    <a:pt x="0" y="260"/>
                    <a:pt x="0" y="580"/>
                  </a:cubicBezTo>
                  <a:cubicBezTo>
                    <a:pt x="0" y="884"/>
                    <a:pt x="259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74"/>
            <p:cNvSpPr/>
            <p:nvPr/>
          </p:nvSpPr>
          <p:spPr>
            <a:xfrm>
              <a:off x="519697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5" y="1"/>
                  </a:moveTo>
                  <a:cubicBezTo>
                    <a:pt x="245" y="1"/>
                    <a:pt x="1" y="260"/>
                    <a:pt x="1" y="580"/>
                  </a:cubicBezTo>
                  <a:cubicBezTo>
                    <a:pt x="1" y="900"/>
                    <a:pt x="260" y="1143"/>
                    <a:pt x="565" y="1143"/>
                  </a:cubicBezTo>
                  <a:cubicBezTo>
                    <a:pt x="884" y="1143"/>
                    <a:pt x="1144" y="884"/>
                    <a:pt x="1144" y="580"/>
                  </a:cubicBezTo>
                  <a:cubicBezTo>
                    <a:pt x="1144" y="275"/>
                    <a:pt x="884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74"/>
            <p:cNvSpPr/>
            <p:nvPr/>
          </p:nvSpPr>
          <p:spPr>
            <a:xfrm>
              <a:off x="658913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79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75" y="1143"/>
                    <a:pt x="579" y="1143"/>
                  </a:cubicBezTo>
                  <a:cubicBezTo>
                    <a:pt x="899" y="1143"/>
                    <a:pt x="1143" y="884"/>
                    <a:pt x="1143" y="580"/>
                  </a:cubicBezTo>
                  <a:cubicBezTo>
                    <a:pt x="1143" y="275"/>
                    <a:pt x="899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74"/>
            <p:cNvSpPr/>
            <p:nvPr/>
          </p:nvSpPr>
          <p:spPr>
            <a:xfrm>
              <a:off x="798478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884"/>
                    <a:pt x="244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74"/>
            <p:cNvSpPr/>
            <p:nvPr/>
          </p:nvSpPr>
          <p:spPr>
            <a:xfrm>
              <a:off x="937670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79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79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74"/>
            <p:cNvSpPr/>
            <p:nvPr/>
          </p:nvSpPr>
          <p:spPr>
            <a:xfrm>
              <a:off x="1077236" y="1230779"/>
              <a:ext cx="26640" cy="26664"/>
            </a:xfrm>
            <a:custGeom>
              <a:avLst/>
              <a:gdLst/>
              <a:ahLst/>
              <a:cxnLst/>
              <a:rect l="l" t="t" r="r" b="b"/>
              <a:pathLst>
                <a:path w="1143" h="1144" extrusionOk="0">
                  <a:moveTo>
                    <a:pt x="564" y="1"/>
                  </a:moveTo>
                  <a:cubicBezTo>
                    <a:pt x="244" y="1"/>
                    <a:pt x="0" y="260"/>
                    <a:pt x="0" y="580"/>
                  </a:cubicBezTo>
                  <a:cubicBezTo>
                    <a:pt x="0" y="900"/>
                    <a:pt x="259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75"/>
                    <a:pt x="869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74"/>
            <p:cNvSpPr/>
            <p:nvPr/>
          </p:nvSpPr>
          <p:spPr>
            <a:xfrm>
              <a:off x="1216428" y="1230779"/>
              <a:ext cx="26664" cy="26664"/>
            </a:xfrm>
            <a:custGeom>
              <a:avLst/>
              <a:gdLst/>
              <a:ahLst/>
              <a:cxnLst/>
              <a:rect l="l" t="t" r="r" b="b"/>
              <a:pathLst>
                <a:path w="1144" h="1144" extrusionOk="0">
                  <a:moveTo>
                    <a:pt x="564" y="1"/>
                  </a:moveTo>
                  <a:cubicBezTo>
                    <a:pt x="260" y="1"/>
                    <a:pt x="1" y="260"/>
                    <a:pt x="1" y="580"/>
                  </a:cubicBezTo>
                  <a:cubicBezTo>
                    <a:pt x="1" y="884"/>
                    <a:pt x="260" y="1143"/>
                    <a:pt x="564" y="1143"/>
                  </a:cubicBezTo>
                  <a:cubicBezTo>
                    <a:pt x="884" y="1143"/>
                    <a:pt x="1143" y="884"/>
                    <a:pt x="1143" y="580"/>
                  </a:cubicBezTo>
                  <a:cubicBezTo>
                    <a:pt x="1143" y="260"/>
                    <a:pt x="884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5" name="Google Shape;1995;p74"/>
          <p:cNvSpPr txBox="1">
            <a:spLocks noGrp="1"/>
          </p:cNvSpPr>
          <p:nvPr>
            <p:ph type="title"/>
          </p:nvPr>
        </p:nvSpPr>
        <p:spPr>
          <a:xfrm>
            <a:off x="2359174" y="116963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ĎAKUJEM ZA POZORNOSŤ !</a:t>
            </a:r>
            <a:endParaRPr sz="4800" dirty="0"/>
          </a:p>
        </p:txBody>
      </p:sp>
      <p:sp>
        <p:nvSpPr>
          <p:cNvPr id="1996" name="Google Shape;1996;p74"/>
          <p:cNvSpPr txBox="1">
            <a:spLocks noGrp="1"/>
          </p:cNvSpPr>
          <p:nvPr>
            <p:ph type="subTitle" idx="1"/>
          </p:nvPr>
        </p:nvSpPr>
        <p:spPr>
          <a:xfrm>
            <a:off x="2359136" y="233355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Priestor</a:t>
            </a:r>
            <a:r>
              <a:rPr lang="en-US" sz="2000" b="1" dirty="0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 pre </a:t>
            </a:r>
            <a:r>
              <a:rPr lang="en-US" sz="2000" b="1" dirty="0" err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Vaše</a:t>
            </a:r>
            <a:r>
              <a:rPr lang="en-US" sz="2000" b="1" dirty="0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otázky</a:t>
            </a:r>
            <a:r>
              <a:rPr lang="en-US" sz="2000" b="1" dirty="0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rPr>
              <a:t>...</a:t>
            </a:r>
          </a:p>
        </p:txBody>
      </p:sp>
      <p:grpSp>
        <p:nvGrpSpPr>
          <p:cNvPr id="1998" name="Google Shape;1998;p74"/>
          <p:cNvGrpSpPr/>
          <p:nvPr/>
        </p:nvGrpSpPr>
        <p:grpSpPr>
          <a:xfrm flipH="1">
            <a:off x="-77743" y="3353150"/>
            <a:ext cx="4325062" cy="2152148"/>
            <a:chOff x="4879134" y="3235425"/>
            <a:chExt cx="4325062" cy="2152148"/>
          </a:xfrm>
        </p:grpSpPr>
        <p:sp>
          <p:nvSpPr>
            <p:cNvPr id="1999" name="Google Shape;1999;p74"/>
            <p:cNvSpPr/>
            <p:nvPr/>
          </p:nvSpPr>
          <p:spPr>
            <a:xfrm>
              <a:off x="5063801" y="3235425"/>
              <a:ext cx="4080204" cy="1908105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74"/>
            <p:cNvSpPr/>
            <p:nvPr/>
          </p:nvSpPr>
          <p:spPr>
            <a:xfrm rot="10800000">
              <a:off x="5549854" y="3897482"/>
              <a:ext cx="3605821" cy="1273243"/>
            </a:xfrm>
            <a:custGeom>
              <a:avLst/>
              <a:gdLst/>
              <a:ahLst/>
              <a:cxnLst/>
              <a:rect l="l" t="t" r="r" b="b"/>
              <a:pathLst>
                <a:path w="49975" h="20252" extrusionOk="0">
                  <a:moveTo>
                    <a:pt x="1" y="0"/>
                  </a:moveTo>
                  <a:lnTo>
                    <a:pt x="1" y="15"/>
                  </a:lnTo>
                  <a:lnTo>
                    <a:pt x="1" y="20020"/>
                  </a:lnTo>
                  <a:cubicBezTo>
                    <a:pt x="1050" y="20177"/>
                    <a:pt x="2117" y="20251"/>
                    <a:pt x="3187" y="20251"/>
                  </a:cubicBezTo>
                  <a:cubicBezTo>
                    <a:pt x="4928" y="20251"/>
                    <a:pt x="6676" y="20053"/>
                    <a:pt x="8365" y="19685"/>
                  </a:cubicBezTo>
                  <a:cubicBezTo>
                    <a:pt x="12966" y="18695"/>
                    <a:pt x="17278" y="16561"/>
                    <a:pt x="21240" y="13987"/>
                  </a:cubicBezTo>
                  <a:cubicBezTo>
                    <a:pt x="26740" y="10406"/>
                    <a:pt x="31844" y="5912"/>
                    <a:pt x="38151" y="4022"/>
                  </a:cubicBezTo>
                  <a:cubicBezTo>
                    <a:pt x="41229" y="3108"/>
                    <a:pt x="44505" y="2849"/>
                    <a:pt x="47461" y="1554"/>
                  </a:cubicBezTo>
                  <a:cubicBezTo>
                    <a:pt x="48329" y="1173"/>
                    <a:pt x="49213" y="640"/>
                    <a:pt x="49974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74"/>
            <p:cNvSpPr/>
            <p:nvPr/>
          </p:nvSpPr>
          <p:spPr>
            <a:xfrm rot="10800000">
              <a:off x="4879133" y="4167435"/>
              <a:ext cx="4264867" cy="997715"/>
            </a:xfrm>
            <a:custGeom>
              <a:avLst/>
              <a:gdLst/>
              <a:ahLst/>
              <a:cxnLst/>
              <a:rect l="l" t="t" r="r" b="b"/>
              <a:pathLst>
                <a:path w="49975" h="20252" extrusionOk="0">
                  <a:moveTo>
                    <a:pt x="1" y="0"/>
                  </a:moveTo>
                  <a:lnTo>
                    <a:pt x="1" y="15"/>
                  </a:lnTo>
                  <a:lnTo>
                    <a:pt x="1" y="20020"/>
                  </a:lnTo>
                  <a:cubicBezTo>
                    <a:pt x="1050" y="20177"/>
                    <a:pt x="2117" y="20251"/>
                    <a:pt x="3187" y="20251"/>
                  </a:cubicBezTo>
                  <a:cubicBezTo>
                    <a:pt x="4928" y="20251"/>
                    <a:pt x="6676" y="20053"/>
                    <a:pt x="8365" y="19685"/>
                  </a:cubicBezTo>
                  <a:cubicBezTo>
                    <a:pt x="12966" y="18695"/>
                    <a:pt x="17278" y="16561"/>
                    <a:pt x="21240" y="13987"/>
                  </a:cubicBezTo>
                  <a:cubicBezTo>
                    <a:pt x="26740" y="10406"/>
                    <a:pt x="31844" y="5912"/>
                    <a:pt x="38151" y="4022"/>
                  </a:cubicBezTo>
                  <a:cubicBezTo>
                    <a:pt x="41229" y="3108"/>
                    <a:pt x="44505" y="2849"/>
                    <a:pt x="47461" y="1554"/>
                  </a:cubicBezTo>
                  <a:cubicBezTo>
                    <a:pt x="48329" y="1173"/>
                    <a:pt x="49213" y="640"/>
                    <a:pt x="499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74"/>
            <p:cNvSpPr/>
            <p:nvPr/>
          </p:nvSpPr>
          <p:spPr>
            <a:xfrm>
              <a:off x="5656700" y="3567025"/>
              <a:ext cx="3547495" cy="1820548"/>
            </a:xfrm>
            <a:custGeom>
              <a:avLst/>
              <a:gdLst/>
              <a:ahLst/>
              <a:cxnLst/>
              <a:rect l="l" t="t" r="r" b="b"/>
              <a:pathLst>
                <a:path w="86298" h="57699" extrusionOk="0">
                  <a:moveTo>
                    <a:pt x="86282" y="0"/>
                  </a:moveTo>
                  <a:cubicBezTo>
                    <a:pt x="85398" y="610"/>
                    <a:pt x="84530" y="1234"/>
                    <a:pt x="83692" y="1905"/>
                  </a:cubicBezTo>
                  <a:cubicBezTo>
                    <a:pt x="80066" y="4693"/>
                    <a:pt x="76622" y="7755"/>
                    <a:pt x="72509" y="9858"/>
                  </a:cubicBezTo>
                  <a:cubicBezTo>
                    <a:pt x="63809" y="14292"/>
                    <a:pt x="53784" y="14657"/>
                    <a:pt x="44383" y="16516"/>
                  </a:cubicBezTo>
                  <a:cubicBezTo>
                    <a:pt x="39736" y="17430"/>
                    <a:pt x="35120" y="18725"/>
                    <a:pt x="30930" y="20980"/>
                  </a:cubicBezTo>
                  <a:cubicBezTo>
                    <a:pt x="26664" y="23265"/>
                    <a:pt x="22962" y="26465"/>
                    <a:pt x="19701" y="30030"/>
                  </a:cubicBezTo>
                  <a:cubicBezTo>
                    <a:pt x="12677" y="37740"/>
                    <a:pt x="7847" y="47064"/>
                    <a:pt x="1723" y="55444"/>
                  </a:cubicBezTo>
                  <a:cubicBezTo>
                    <a:pt x="1174" y="56206"/>
                    <a:pt x="595" y="56952"/>
                    <a:pt x="1" y="57699"/>
                  </a:cubicBezTo>
                  <a:lnTo>
                    <a:pt x="610" y="57699"/>
                  </a:lnTo>
                  <a:cubicBezTo>
                    <a:pt x="6522" y="50096"/>
                    <a:pt x="11017" y="41488"/>
                    <a:pt x="16989" y="33946"/>
                  </a:cubicBezTo>
                  <a:cubicBezTo>
                    <a:pt x="20082" y="30061"/>
                    <a:pt x="23571" y="26419"/>
                    <a:pt x="27639" y="23570"/>
                  </a:cubicBezTo>
                  <a:cubicBezTo>
                    <a:pt x="31661" y="20767"/>
                    <a:pt x="36171" y="18954"/>
                    <a:pt x="40894" y="17781"/>
                  </a:cubicBezTo>
                  <a:cubicBezTo>
                    <a:pt x="50280" y="15434"/>
                    <a:pt x="60183" y="15297"/>
                    <a:pt x="69294" y="11793"/>
                  </a:cubicBezTo>
                  <a:cubicBezTo>
                    <a:pt x="71442" y="10955"/>
                    <a:pt x="73514" y="9949"/>
                    <a:pt x="75480" y="8700"/>
                  </a:cubicBezTo>
                  <a:cubicBezTo>
                    <a:pt x="77369" y="7496"/>
                    <a:pt x="79121" y="6125"/>
                    <a:pt x="80873" y="4739"/>
                  </a:cubicBezTo>
                  <a:cubicBezTo>
                    <a:pt x="82641" y="3322"/>
                    <a:pt x="84408" y="1859"/>
                    <a:pt x="86297" y="549"/>
                  </a:cubicBezTo>
                  <a:lnTo>
                    <a:pt x="862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3" name="Google Shape;2003;p74"/>
          <p:cNvGrpSpPr/>
          <p:nvPr/>
        </p:nvGrpSpPr>
        <p:grpSpPr>
          <a:xfrm>
            <a:off x="5529631" y="-1218521"/>
            <a:ext cx="3945289" cy="2913334"/>
            <a:chOff x="5529631" y="-1218521"/>
            <a:chExt cx="3945289" cy="2913334"/>
          </a:xfrm>
        </p:grpSpPr>
        <p:sp>
          <p:nvSpPr>
            <p:cNvPr id="2004" name="Google Shape;2004;p74"/>
            <p:cNvSpPr/>
            <p:nvPr/>
          </p:nvSpPr>
          <p:spPr>
            <a:xfrm rot="10800000" flipH="1">
              <a:off x="6701338" y="-61432"/>
              <a:ext cx="2452565" cy="1756244"/>
            </a:xfrm>
            <a:custGeom>
              <a:avLst/>
              <a:gdLst/>
              <a:ahLst/>
              <a:cxnLst/>
              <a:rect l="l" t="t" r="r" b="b"/>
              <a:pathLst>
                <a:path w="35257" h="25247" extrusionOk="0">
                  <a:moveTo>
                    <a:pt x="35256" y="1"/>
                  </a:moveTo>
                  <a:cubicBezTo>
                    <a:pt x="33931" y="2042"/>
                    <a:pt x="32880" y="4297"/>
                    <a:pt x="31066" y="5897"/>
                  </a:cubicBezTo>
                  <a:cubicBezTo>
                    <a:pt x="28598" y="8091"/>
                    <a:pt x="25124" y="8700"/>
                    <a:pt x="21834" y="9005"/>
                  </a:cubicBezTo>
                  <a:cubicBezTo>
                    <a:pt x="18543" y="9310"/>
                    <a:pt x="15130" y="9432"/>
                    <a:pt x="12174" y="10894"/>
                  </a:cubicBezTo>
                  <a:cubicBezTo>
                    <a:pt x="7146" y="13378"/>
                    <a:pt x="4754" y="19061"/>
                    <a:pt x="1372" y="23555"/>
                  </a:cubicBezTo>
                  <a:cubicBezTo>
                    <a:pt x="945" y="24150"/>
                    <a:pt x="488" y="24698"/>
                    <a:pt x="0" y="25247"/>
                  </a:cubicBezTo>
                  <a:lnTo>
                    <a:pt x="35256" y="25247"/>
                  </a:lnTo>
                  <a:lnTo>
                    <a:pt x="35256" y="1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74"/>
            <p:cNvSpPr/>
            <p:nvPr/>
          </p:nvSpPr>
          <p:spPr>
            <a:xfrm rot="10800000" flipH="1">
              <a:off x="7929274" y="-61446"/>
              <a:ext cx="1224627" cy="816442"/>
            </a:xfrm>
            <a:custGeom>
              <a:avLst/>
              <a:gdLst/>
              <a:ahLst/>
              <a:cxnLst/>
              <a:rect l="l" t="t" r="r" b="b"/>
              <a:pathLst>
                <a:path w="31935" h="20234" extrusionOk="0">
                  <a:moveTo>
                    <a:pt x="31920" y="0"/>
                  </a:moveTo>
                  <a:lnTo>
                    <a:pt x="31920" y="19"/>
                  </a:lnTo>
                  <a:lnTo>
                    <a:pt x="31920" y="19"/>
                  </a:lnTo>
                  <a:cubicBezTo>
                    <a:pt x="31925" y="13"/>
                    <a:pt x="31930" y="6"/>
                    <a:pt x="31935" y="0"/>
                  </a:cubicBezTo>
                  <a:close/>
                  <a:moveTo>
                    <a:pt x="31920" y="19"/>
                  </a:moveTo>
                  <a:cubicBezTo>
                    <a:pt x="31559" y="454"/>
                    <a:pt x="31182" y="874"/>
                    <a:pt x="30746" y="1265"/>
                  </a:cubicBezTo>
                  <a:cubicBezTo>
                    <a:pt x="28263" y="3459"/>
                    <a:pt x="24804" y="4068"/>
                    <a:pt x="21514" y="4373"/>
                  </a:cubicBezTo>
                  <a:cubicBezTo>
                    <a:pt x="18223" y="4678"/>
                    <a:pt x="14810" y="4784"/>
                    <a:pt x="11854" y="6247"/>
                  </a:cubicBezTo>
                  <a:cubicBezTo>
                    <a:pt x="6826" y="8746"/>
                    <a:pt x="4419" y="14429"/>
                    <a:pt x="1052" y="18923"/>
                  </a:cubicBezTo>
                  <a:cubicBezTo>
                    <a:pt x="716" y="19350"/>
                    <a:pt x="366" y="19792"/>
                    <a:pt x="0" y="20234"/>
                  </a:cubicBezTo>
                  <a:lnTo>
                    <a:pt x="31920" y="20234"/>
                  </a:lnTo>
                  <a:lnTo>
                    <a:pt x="31920" y="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74"/>
            <p:cNvSpPr/>
            <p:nvPr/>
          </p:nvSpPr>
          <p:spPr>
            <a:xfrm flipH="1">
              <a:off x="5529631" y="-61425"/>
              <a:ext cx="3624296" cy="997728"/>
            </a:xfrm>
            <a:custGeom>
              <a:avLst/>
              <a:gdLst/>
              <a:ahLst/>
              <a:cxnLst/>
              <a:rect l="l" t="t" r="r" b="b"/>
              <a:pathLst>
                <a:path w="55978" h="20643" extrusionOk="0">
                  <a:moveTo>
                    <a:pt x="1" y="1"/>
                  </a:moveTo>
                  <a:lnTo>
                    <a:pt x="1" y="16197"/>
                  </a:lnTo>
                  <a:cubicBezTo>
                    <a:pt x="1189" y="17339"/>
                    <a:pt x="2560" y="18284"/>
                    <a:pt x="4023" y="18985"/>
                  </a:cubicBezTo>
                  <a:cubicBezTo>
                    <a:pt x="6458" y="20130"/>
                    <a:pt x="9135" y="20643"/>
                    <a:pt x="11825" y="20643"/>
                  </a:cubicBezTo>
                  <a:cubicBezTo>
                    <a:pt x="13395" y="20643"/>
                    <a:pt x="14969" y="20468"/>
                    <a:pt x="16501" y="20143"/>
                  </a:cubicBezTo>
                  <a:cubicBezTo>
                    <a:pt x="20645" y="19274"/>
                    <a:pt x="24531" y="17324"/>
                    <a:pt x="28096" y="15024"/>
                  </a:cubicBezTo>
                  <a:cubicBezTo>
                    <a:pt x="33063" y="11809"/>
                    <a:pt x="37664" y="7756"/>
                    <a:pt x="43332" y="6034"/>
                  </a:cubicBezTo>
                  <a:cubicBezTo>
                    <a:pt x="46120" y="5196"/>
                    <a:pt x="49061" y="4968"/>
                    <a:pt x="51712" y="3810"/>
                  </a:cubicBezTo>
                  <a:cubicBezTo>
                    <a:pt x="53464" y="3033"/>
                    <a:pt x="55124" y="1677"/>
                    <a:pt x="55978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74"/>
            <p:cNvSpPr/>
            <p:nvPr/>
          </p:nvSpPr>
          <p:spPr>
            <a:xfrm rot="9899967" flipH="1">
              <a:off x="5752169" y="-790441"/>
              <a:ext cx="3547567" cy="1820571"/>
            </a:xfrm>
            <a:custGeom>
              <a:avLst/>
              <a:gdLst/>
              <a:ahLst/>
              <a:cxnLst/>
              <a:rect l="l" t="t" r="r" b="b"/>
              <a:pathLst>
                <a:path w="86298" h="57699" extrusionOk="0">
                  <a:moveTo>
                    <a:pt x="86282" y="0"/>
                  </a:moveTo>
                  <a:cubicBezTo>
                    <a:pt x="85398" y="610"/>
                    <a:pt x="84530" y="1234"/>
                    <a:pt x="83692" y="1905"/>
                  </a:cubicBezTo>
                  <a:cubicBezTo>
                    <a:pt x="80066" y="4693"/>
                    <a:pt x="76622" y="7755"/>
                    <a:pt x="72509" y="9858"/>
                  </a:cubicBezTo>
                  <a:cubicBezTo>
                    <a:pt x="63809" y="14292"/>
                    <a:pt x="53784" y="14657"/>
                    <a:pt x="44383" y="16516"/>
                  </a:cubicBezTo>
                  <a:cubicBezTo>
                    <a:pt x="39736" y="17430"/>
                    <a:pt x="35120" y="18725"/>
                    <a:pt x="30930" y="20980"/>
                  </a:cubicBezTo>
                  <a:cubicBezTo>
                    <a:pt x="26664" y="23265"/>
                    <a:pt x="22962" y="26465"/>
                    <a:pt x="19701" y="30030"/>
                  </a:cubicBezTo>
                  <a:cubicBezTo>
                    <a:pt x="12677" y="37740"/>
                    <a:pt x="7847" y="47064"/>
                    <a:pt x="1723" y="55444"/>
                  </a:cubicBezTo>
                  <a:cubicBezTo>
                    <a:pt x="1174" y="56206"/>
                    <a:pt x="595" y="56952"/>
                    <a:pt x="1" y="57699"/>
                  </a:cubicBezTo>
                  <a:lnTo>
                    <a:pt x="610" y="57699"/>
                  </a:lnTo>
                  <a:cubicBezTo>
                    <a:pt x="6522" y="50096"/>
                    <a:pt x="11017" y="41488"/>
                    <a:pt x="16989" y="33946"/>
                  </a:cubicBezTo>
                  <a:cubicBezTo>
                    <a:pt x="20082" y="30061"/>
                    <a:pt x="23571" y="26419"/>
                    <a:pt x="27639" y="23570"/>
                  </a:cubicBezTo>
                  <a:cubicBezTo>
                    <a:pt x="31661" y="20767"/>
                    <a:pt x="36171" y="18954"/>
                    <a:pt x="40894" y="17781"/>
                  </a:cubicBezTo>
                  <a:cubicBezTo>
                    <a:pt x="50280" y="15434"/>
                    <a:pt x="60183" y="15297"/>
                    <a:pt x="69294" y="11793"/>
                  </a:cubicBezTo>
                  <a:cubicBezTo>
                    <a:pt x="71442" y="10955"/>
                    <a:pt x="73514" y="9949"/>
                    <a:pt x="75480" y="8700"/>
                  </a:cubicBezTo>
                  <a:cubicBezTo>
                    <a:pt x="77369" y="7496"/>
                    <a:pt x="79121" y="6125"/>
                    <a:pt x="80873" y="4739"/>
                  </a:cubicBezTo>
                  <a:cubicBezTo>
                    <a:pt x="82641" y="3322"/>
                    <a:pt x="84408" y="1859"/>
                    <a:pt x="86297" y="549"/>
                  </a:cubicBezTo>
                  <a:lnTo>
                    <a:pt x="862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8" name="Google Shape;2008;p74"/>
          <p:cNvGrpSpPr/>
          <p:nvPr/>
        </p:nvGrpSpPr>
        <p:grpSpPr>
          <a:xfrm rot="10800000">
            <a:off x="51072" y="-144166"/>
            <a:ext cx="2392509" cy="981894"/>
            <a:chOff x="239863" y="4161621"/>
            <a:chExt cx="2392509" cy="981894"/>
          </a:xfrm>
        </p:grpSpPr>
        <p:sp>
          <p:nvSpPr>
            <p:cNvPr id="2009" name="Google Shape;2009;p74"/>
            <p:cNvSpPr/>
            <p:nvPr/>
          </p:nvSpPr>
          <p:spPr>
            <a:xfrm>
              <a:off x="257331" y="4189049"/>
              <a:ext cx="2375042" cy="954466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10" name="Google Shape;2010;p74"/>
            <p:cNvGrpSpPr/>
            <p:nvPr/>
          </p:nvGrpSpPr>
          <p:grpSpPr>
            <a:xfrm>
              <a:off x="239863" y="4161621"/>
              <a:ext cx="744960" cy="744960"/>
              <a:chOff x="49750" y="1914525"/>
              <a:chExt cx="910375" cy="910375"/>
            </a:xfrm>
          </p:grpSpPr>
          <p:sp>
            <p:nvSpPr>
              <p:cNvPr id="2011" name="Google Shape;2011;p74"/>
              <p:cNvSpPr/>
              <p:nvPr/>
            </p:nvSpPr>
            <p:spPr>
              <a:xfrm>
                <a:off x="206700" y="2071450"/>
                <a:ext cx="596125" cy="596125"/>
              </a:xfrm>
              <a:custGeom>
                <a:avLst/>
                <a:gdLst/>
                <a:ahLst/>
                <a:cxnLst/>
                <a:rect l="l" t="t" r="r" b="b"/>
                <a:pathLst>
                  <a:path w="23845" h="23845" extrusionOk="0">
                    <a:moveTo>
                      <a:pt x="11930" y="1"/>
                    </a:moveTo>
                    <a:cubicBezTo>
                      <a:pt x="5348" y="1"/>
                      <a:pt x="0" y="5348"/>
                      <a:pt x="0" y="11930"/>
                    </a:cubicBezTo>
                    <a:cubicBezTo>
                      <a:pt x="0" y="18512"/>
                      <a:pt x="5348" y="23845"/>
                      <a:pt x="11930" y="23845"/>
                    </a:cubicBezTo>
                    <a:cubicBezTo>
                      <a:pt x="18512" y="23845"/>
                      <a:pt x="23844" y="18512"/>
                      <a:pt x="23844" y="11930"/>
                    </a:cubicBezTo>
                    <a:cubicBezTo>
                      <a:pt x="23844" y="5348"/>
                      <a:pt x="18512" y="1"/>
                      <a:pt x="119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74"/>
              <p:cNvSpPr/>
              <p:nvPr/>
            </p:nvSpPr>
            <p:spPr>
              <a:xfrm>
                <a:off x="49750" y="1914525"/>
                <a:ext cx="910375" cy="910375"/>
              </a:xfrm>
              <a:custGeom>
                <a:avLst/>
                <a:gdLst/>
                <a:ahLst/>
                <a:cxnLst/>
                <a:rect l="l" t="t" r="r" b="b"/>
                <a:pathLst>
                  <a:path w="36415" h="36415" fill="none" extrusionOk="0">
                    <a:moveTo>
                      <a:pt x="36415" y="18207"/>
                    </a:moveTo>
                    <a:cubicBezTo>
                      <a:pt x="36415" y="28263"/>
                      <a:pt x="28264" y="36414"/>
                      <a:pt x="18208" y="36414"/>
                    </a:cubicBezTo>
                    <a:cubicBezTo>
                      <a:pt x="8152" y="36414"/>
                      <a:pt x="1" y="28263"/>
                      <a:pt x="1" y="18207"/>
                    </a:cubicBezTo>
                    <a:cubicBezTo>
                      <a:pt x="1" y="8152"/>
                      <a:pt x="8152" y="0"/>
                      <a:pt x="18208" y="0"/>
                    </a:cubicBezTo>
                    <a:cubicBezTo>
                      <a:pt x="28264" y="0"/>
                      <a:pt x="36415" y="8152"/>
                      <a:pt x="36415" y="1820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1"/>
                </a:solidFill>
                <a:prstDash val="solid"/>
                <a:miter lim="1523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013" name="Google Shape;2013;p74"/>
          <p:cNvCxnSpPr/>
          <p:nvPr/>
        </p:nvCxnSpPr>
        <p:spPr>
          <a:xfrm>
            <a:off x="3069986" y="3502026"/>
            <a:ext cx="30264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2014" name="Google Shape;2014;p74"/>
          <p:cNvGrpSpPr/>
          <p:nvPr/>
        </p:nvGrpSpPr>
        <p:grpSpPr>
          <a:xfrm rot="10800000" flipH="1">
            <a:off x="6285452" y="3283412"/>
            <a:ext cx="2858547" cy="1897863"/>
            <a:chOff x="6285452" y="-40763"/>
            <a:chExt cx="2858547" cy="1897863"/>
          </a:xfrm>
        </p:grpSpPr>
        <p:pic>
          <p:nvPicPr>
            <p:cNvPr id="2015" name="Google Shape;2015;p74"/>
            <p:cNvPicPr preferRelativeResize="0"/>
            <p:nvPr/>
          </p:nvPicPr>
          <p:blipFill rotWithShape="1">
            <a:blip r:embed="rId4">
              <a:alphaModFix/>
            </a:blip>
            <a:srcRect l="4357" t="10487" r="15680" b="8964"/>
            <a:stretch/>
          </p:blipFill>
          <p:spPr>
            <a:xfrm>
              <a:off x="7118675" y="0"/>
              <a:ext cx="2025324" cy="185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6" name="Google Shape;2016;p74"/>
            <p:cNvSpPr/>
            <p:nvPr/>
          </p:nvSpPr>
          <p:spPr>
            <a:xfrm rot="10800000">
              <a:off x="6285452" y="-40763"/>
              <a:ext cx="1866976" cy="750288"/>
            </a:xfrm>
            <a:custGeom>
              <a:avLst/>
              <a:gdLst/>
              <a:ahLst/>
              <a:cxnLst/>
              <a:rect l="l" t="t" r="r" b="b"/>
              <a:pathLst>
                <a:path w="57441" h="23084" extrusionOk="0">
                  <a:moveTo>
                    <a:pt x="28720" y="1"/>
                  </a:moveTo>
                  <a:cubicBezTo>
                    <a:pt x="14673" y="1"/>
                    <a:pt x="2895" y="9904"/>
                    <a:pt x="1" y="23083"/>
                  </a:cubicBezTo>
                  <a:lnTo>
                    <a:pt x="199" y="23083"/>
                  </a:lnTo>
                  <a:cubicBezTo>
                    <a:pt x="3094" y="9996"/>
                    <a:pt x="14779" y="199"/>
                    <a:pt x="28720" y="199"/>
                  </a:cubicBezTo>
                  <a:cubicBezTo>
                    <a:pt x="42661" y="199"/>
                    <a:pt x="54362" y="9996"/>
                    <a:pt x="57257" y="23083"/>
                  </a:cubicBezTo>
                  <a:lnTo>
                    <a:pt x="57440" y="23083"/>
                  </a:lnTo>
                  <a:cubicBezTo>
                    <a:pt x="54545" y="9889"/>
                    <a:pt x="42753" y="1"/>
                    <a:pt x="2872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523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74"/>
            <p:cNvSpPr/>
            <p:nvPr/>
          </p:nvSpPr>
          <p:spPr>
            <a:xfrm>
              <a:off x="7664620" y="232107"/>
              <a:ext cx="487809" cy="487809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74"/>
          <p:cNvGrpSpPr/>
          <p:nvPr/>
        </p:nvGrpSpPr>
        <p:grpSpPr>
          <a:xfrm>
            <a:off x="7886606" y="1333547"/>
            <a:ext cx="207942" cy="264647"/>
            <a:chOff x="4220156" y="-637003"/>
            <a:chExt cx="207942" cy="264647"/>
          </a:xfrm>
        </p:grpSpPr>
        <p:sp>
          <p:nvSpPr>
            <p:cNvPr id="2019" name="Google Shape;2019;p74"/>
            <p:cNvSpPr/>
            <p:nvPr/>
          </p:nvSpPr>
          <p:spPr>
            <a:xfrm>
              <a:off x="4220156" y="-481506"/>
              <a:ext cx="109150" cy="109150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74"/>
            <p:cNvSpPr/>
            <p:nvPr/>
          </p:nvSpPr>
          <p:spPr>
            <a:xfrm>
              <a:off x="4376653" y="-637003"/>
              <a:ext cx="51446" cy="51446"/>
            </a:xfrm>
            <a:custGeom>
              <a:avLst/>
              <a:gdLst/>
              <a:ahLst/>
              <a:cxnLst/>
              <a:rect l="l" t="t" r="r" b="b"/>
              <a:pathLst>
                <a:path w="23845" h="23845" extrusionOk="0">
                  <a:moveTo>
                    <a:pt x="11930" y="1"/>
                  </a:moveTo>
                  <a:cubicBezTo>
                    <a:pt x="5348" y="1"/>
                    <a:pt x="0" y="5348"/>
                    <a:pt x="0" y="11930"/>
                  </a:cubicBezTo>
                  <a:cubicBezTo>
                    <a:pt x="0" y="18512"/>
                    <a:pt x="5348" y="23845"/>
                    <a:pt x="11930" y="23845"/>
                  </a:cubicBezTo>
                  <a:cubicBezTo>
                    <a:pt x="18512" y="23845"/>
                    <a:pt x="23844" y="18512"/>
                    <a:pt x="23844" y="11930"/>
                  </a:cubicBezTo>
                  <a:cubicBezTo>
                    <a:pt x="23844" y="5348"/>
                    <a:pt x="18512" y="1"/>
                    <a:pt x="11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2" descr="SPŠE Prešov">
            <a:extLst>
              <a:ext uri="{FF2B5EF4-FFF2-40B4-BE49-F238E27FC236}">
                <a16:creationId xmlns:a16="http://schemas.microsoft.com/office/drawing/2014/main" id="{DCB6D47C-AE30-C48B-85D9-8B3C9470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433" y="3740614"/>
            <a:ext cx="712500" cy="71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690;p49">
            <a:extLst>
              <a:ext uri="{FF2B5EF4-FFF2-40B4-BE49-F238E27FC236}">
                <a16:creationId xmlns:a16="http://schemas.microsoft.com/office/drawing/2014/main" id="{DABEFA51-58D0-5CC3-BAA4-09A2CB7AF43C}"/>
              </a:ext>
            </a:extLst>
          </p:cNvPr>
          <p:cNvSpPr txBox="1">
            <a:spLocks/>
          </p:cNvSpPr>
          <p:nvPr/>
        </p:nvSpPr>
        <p:spPr>
          <a:xfrm>
            <a:off x="4006933" y="3793005"/>
            <a:ext cx="3687900" cy="13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sk-SK" dirty="0">
                <a:solidFill>
                  <a:schemeClr val="tx1">
                    <a:lumMod val="95000"/>
                    <a:lumOff val="5000"/>
                  </a:schemeClr>
                </a:solidFill>
              </a:rPr>
              <a:t>Dávid Babjarčík </a:t>
            </a:r>
          </a:p>
          <a:p>
            <a:pPr marL="0" indent="0"/>
            <a:r>
              <a:rPr lang="sk-SK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IV.SB </a:t>
            </a:r>
          </a:p>
          <a:p>
            <a:pPr marL="0" indent="0"/>
            <a:r>
              <a:rPr lang="sk-SK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2024/2025</a:t>
            </a:r>
            <a:endParaRPr lang="sk-SK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siness Strategy for Sustainable Development by Slidesgo">
  <a:themeElements>
    <a:clrScheme name="Simple Light">
      <a:dk1>
        <a:srgbClr val="000000"/>
      </a:dk1>
      <a:lt1>
        <a:srgbClr val="FCF9E5"/>
      </a:lt1>
      <a:dk2>
        <a:srgbClr val="BBE65D"/>
      </a:dk2>
      <a:lt2>
        <a:srgbClr val="9DBF54"/>
      </a:lt2>
      <a:accent1>
        <a:srgbClr val="397D56"/>
      </a:accent1>
      <a:accent2>
        <a:srgbClr val="3A5705"/>
      </a:accent2>
      <a:accent3>
        <a:srgbClr val="F6B26B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836</Words>
  <Application>Microsoft Office PowerPoint</Application>
  <PresentationFormat>Prezentácia na obrazovke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11</vt:i4>
      </vt:variant>
    </vt:vector>
  </HeadingPairs>
  <TitlesOfParts>
    <vt:vector size="18" baseType="lpstr">
      <vt:lpstr>Arial</vt:lpstr>
      <vt:lpstr>Nunito Light</vt:lpstr>
      <vt:lpstr>Rajdhani</vt:lpstr>
      <vt:lpstr>PT Sans</vt:lpstr>
      <vt:lpstr>Monocraft</vt:lpstr>
      <vt:lpstr>Nunito</vt:lpstr>
      <vt:lpstr>Business Strategy for Sustainable Development by Slidesgo</vt:lpstr>
      <vt:lpstr>Simulácia  Streľby na terč</vt:lpstr>
      <vt:lpstr>Obsah:</vt:lpstr>
      <vt:lpstr>Úvod do problematiky</vt:lpstr>
      <vt:lpstr>Rozdelenie úloh v tíme</vt:lpstr>
      <vt:lpstr>Návrh dizajnu aplikácie</vt:lpstr>
      <vt:lpstr>Návrh dizajnu aplikácie</vt:lpstr>
      <vt:lpstr>Simulácie a algoritmy</vt:lpstr>
      <vt:lpstr>Ukážka funkčnosti</vt:lpstr>
      <vt:lpstr>Ukážka funkčnosti</vt:lpstr>
      <vt:lpstr>Úvod do problematiky</vt:lpstr>
      <vt:lpstr>ĎAKUJEM ZA POZORNOSŤ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Dávid Babjarčík</cp:lastModifiedBy>
  <cp:revision>5</cp:revision>
  <dcterms:modified xsi:type="dcterms:W3CDTF">2025-03-31T18:58:18Z</dcterms:modified>
</cp:coreProperties>
</file>